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IPC 개념 정리와, 실제로 쓰레드 간·프로세스 간·TCP 로 데이터를 주고받는 구현까지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주소 공간 공유 여부입니다. 쓰레드는 Data/Heap 을 공유하므로 전역변수로 바로 주고받을 수 있고, 프로세스는 그럴 수 없어 커널이 중개하는 IPC 가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 간 통신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Inter-Process Communication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E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 쓰레드 · 프로세스 개념과 IPC 기법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806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검증 : IpcProc  ·  C / Visual Studio 2022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298448"/>
            <a:ext cx="10911535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5544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54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00200" y="1517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프로세스와 쓰레드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84708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 차이, 리눅스에서의 생성과 비용, 선택 기준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10911535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8892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788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5234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00200" y="308152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상태, 뮤텍스, 세마포어, 생산자-소비자, 데드락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67328"/>
            <a:ext cx="10911535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402336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7A9E68"/>
          </a:solidFill>
          <a:ln w="12700">
            <a:solidFill>
              <a:srgbClr val="7A9E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40233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00200" y="398678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IPC 기법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431596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공유메모리, 링버퍼, 메시지 큐, UDP, TCP/IP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001768"/>
            <a:ext cx="10911535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25780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3B4252"/>
          </a:solidFill>
          <a:ln w="12700">
            <a:solidFill>
              <a:srgbClr val="3B42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5257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00200" y="52212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및 검증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00200" y="555040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쓰레드 간 / 프로세스 간 / TCP 송수신 구현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34290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프로세스와 쓰레드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공유하는가가 통신 방법과 동기화 부담을 결정한다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 vs 쓰레드 — 메모리 구조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914400" cy="256032"/>
          </a:xfrm>
          <a:prstGeom prst="roundRect">
            <a:avLst>
              <a:gd name="adj" fmla="val 107143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독립된 가상 주소 공간을 각자 가진다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2402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402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0824" y="22402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90824" y="22402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26974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6974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/ BSS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90824" y="26974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90824" y="26974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/ BSS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1546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90824" y="31546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0824" y="31546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36118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6118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90824" y="3611880"/>
            <a:ext cx="2202104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90824" y="3611880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5E8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서로의 메모리에 직접 접근할 수 없다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5E8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커널을 거치는 IPC 가 필요하다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24448" y="1188720"/>
            <a:ext cx="5227168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98768" y="1417320"/>
            <a:ext cx="82296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98768" y="1417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쓰레드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98768" y="178308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프로세스 안에서 대부분을 공유한다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98768" y="2240280"/>
            <a:ext cx="3764128" cy="365760"/>
          </a:xfrm>
          <a:prstGeom prst="roundRect">
            <a:avLst>
              <a:gd name="adj" fmla="val 12500"/>
            </a:avLst>
          </a:prstGeom>
          <a:solidFill>
            <a:srgbClr val="E6D6C8"/>
          </a:solidFill>
          <a:ln w="12700">
            <a:solidFill>
              <a:srgbClr val="E6D6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35928" y="2240280"/>
            <a:ext cx="284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98768" y="224028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598768" y="2697480"/>
            <a:ext cx="3764128" cy="365760"/>
          </a:xfrm>
          <a:prstGeom prst="roundRect">
            <a:avLst>
              <a:gd name="adj" fmla="val 12500"/>
            </a:avLst>
          </a:prstGeom>
          <a:solidFill>
            <a:srgbClr val="E6D6C8"/>
          </a:solidFill>
          <a:ln w="12700">
            <a:solidFill>
              <a:srgbClr val="E6D6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35928" y="2697480"/>
            <a:ext cx="284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/ BSS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98768" y="269748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98768" y="3154680"/>
            <a:ext cx="3764128" cy="365760"/>
          </a:xfrm>
          <a:prstGeom prst="roundRect">
            <a:avLst>
              <a:gd name="adj" fmla="val 12500"/>
            </a:avLst>
          </a:prstGeom>
          <a:solidFill>
            <a:srgbClr val="E6D6C8"/>
          </a:solidFill>
          <a:ln w="12700">
            <a:solidFill>
              <a:srgbClr val="E6D6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35928" y="3154680"/>
            <a:ext cx="284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Heap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98768" y="315468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98768" y="3611880"/>
            <a:ext cx="3764128" cy="365760"/>
          </a:xfrm>
          <a:prstGeom prst="roundRect">
            <a:avLst>
              <a:gd name="adj" fmla="val 12500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35928" y="3611880"/>
            <a:ext cx="284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 / 레지스터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98768" y="361188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각자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98768" y="4480560"/>
            <a:ext cx="376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전역변수를 그냥 같이 쓴다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통신은 쉽지만 동기화가 반드시 필요하다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40080" y="57790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리눅스는 프로세스도 쓰레드도 clone() 위에서 만들어진다. CLONE_VM / CLONE_FILES 등 무엇을 공유할지 플래그로 정할 뿐이다.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리눅스에서의 생성과 종료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14223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프로세스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쓰레드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fork() / vfork() / posix_spawn()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pthread_create()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이미지 교체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execl(), execv()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종료 대기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wait(), waitpid()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pthread_join()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exit(), _exit()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pthread_exit()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식별자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pid_t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pthread_t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주소 공간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부모와 분리 (Copy-on-Write)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프로세스와 공유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4434840"/>
            <a:ext cx="10911535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4645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차이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4992624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: 프로세스는 페이지 테이블·파일 디스크립터 테이블을 복제해야 한다. 쓰레드는 스택과 커널 구조체만 만든다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: 프로세스 전환은 주소 공간이 바뀌어 TLB 가 무효화된다. 쓰레드 전환은 그 비용이 없다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통신 : 쓰레드는 메모리를 그대로 읽고 쓰지만, 프로세스는 커널 버퍼를 거치며 복사가 일어난다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언제 쓰는가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914400" cy="256032"/>
          </a:xfrm>
          <a:prstGeom prst="roundRect">
            <a:avLst>
              <a:gd name="adj" fmla="val 107143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121408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죽어도 다른 쪽에 영향이 없다 (격리)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권한·자원 한도를 따로 부여할 수 있다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오염이 다른 프로세스로 번지지 않는다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46785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생성과 컨텍스트 전환 비용이 크다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통신에 커널을 거쳐야 하고 복사 비용이 든다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데이터를 다루기 번거롭다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24448" y="1188720"/>
            <a:ext cx="5227168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417320"/>
            <a:ext cx="82296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8768" y="1417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쓰레드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1828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98768" y="2121408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생성과 전환이 가볍다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전역변수로 바로 주고받아 통신이 빠르다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응답성이 필요한 작업 분리에 적합하다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98768" y="3703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98768" y="4023360"/>
            <a:ext cx="46785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죽으면 프로세스 전체가 죽는다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실수가 곧 버그다 (경쟁 상태, 데드락)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재현이 어려운 타이밍 버그가 생긴다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안정성과 격리가 중요하면 프로세스, 처리량과 응답성이 중요하면 쓰레드. 실무에서는 둘을 섞어 쓴다.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34290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뮤텍스와 세마포어는 대체재가 아니라 짝이다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상태 (Race Condition)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count++ 한 줄은 원자적이지 않다. 기계어로는 세 단계로 나뉜다.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load   count → reg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add    reg + 1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store  reg → count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517904"/>
          <a:ext cx="670529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2377440"/>
                <a:gridCol w="1673352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쓰레드 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쓰레드 B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count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load  → 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add   → 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load  → 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store → 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add   → 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store → 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324612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3E3DA"/>
          </a:solidFill>
          <a:ln w="12700">
            <a:solidFill>
              <a:srgbClr val="F3E3DA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34290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증가시켰는데 결과는 1 이다. 증가 한 번이 사라졌다 (lost update).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타이밍에 따라 되기도 하고 안 되기도 하므로 재현과 디버깅이 어렵다.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911535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14400" y="4791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임계 구역 (Critical Section)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5175504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자원에 접근하는 코드 구간. 한 번에 하나의 실행 흐름만 들어가야 한다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구간은 짧게 잡는다. 길어질수록 병렬성이 떨어지고 데드락 위험이 커진다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 (Mutex)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46785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상호배제(Mutual Exclusion) 를 위한 잠금장치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잠긴 동안 다른 실행 흐름은 대기한다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소유권이 있다 — 잠근 쪽만 해제할 수 있다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열쇠 하나를 돌려쓰는 것과 같다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324448" y="1188720"/>
            <a:ext cx="5227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9876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98768" y="17007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8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98768" y="1956816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pthread_mutex_init / lock / unlock / trylock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98768" y="23774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8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98768" y="2633472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CRITICAL_SECTION  (프로세스 내부, 빠름)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598768" y="2889504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CreateMutex       (프로세스 간, 이름 부여)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522716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178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쓴다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526280"/>
            <a:ext cx="467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변수, 연결 리스트, 파일 핸들 등 자원 1개 보호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빈번한 임계 구역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 간이라면 이름 있는 뮤텍스 사용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24448" y="3977640"/>
            <a:ext cx="522716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98768" y="4178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주의할 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98768" y="4526280"/>
            <a:ext cx="467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해제를 빠뜨리면 전체가 멈춘다 (예외 경로 주의)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임계 구역 안에서 블로킹 I/O 를 하지 않는다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 이상 잡을 때는 획득 순서를 고정한다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세마포어 (Semaphore)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46785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가능한 자원의 개수를 세는 카운터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wait(P) 는 카운트를 1 줄이고, 0 이면 대기한다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post(V) 는 카운트를 1 늘리고 대기자를 깨운다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소유권이 없다 — A 가 wait, B 가 post 해도 된다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324448" y="1188720"/>
            <a:ext cx="5227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9876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98768" y="17007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8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98768" y="1956816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sem_init / sem_wait / sem_post / sem_destroy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98768" y="23774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8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98768" y="2633472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CreateSemaphore / WaitForSingleObject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598768" y="2889504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ReleaseSemaphore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522716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178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형태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526280"/>
            <a:ext cx="467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카운팅 세마포어 : 0 ~ N. 동시 접속 수 제한, 버퍼 슬롯 관리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바이너리 세마포어 : 0 또는 1. 뮤텍스와 비슷하지만 소유권이 없다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24448" y="3977640"/>
            <a:ext cx="522716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98768" y="4178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쓴다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98768" y="4526280"/>
            <a:ext cx="467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자원이 N 개인 풀 (커넥션 풀, 워커 슬롯)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생산자-소비자에서 '찰 때까지 / 빌 때까지' 대기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쓰레드가 다른 쓰레드에게 사건을 알릴 때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뮤텍스와 세마포어의 차이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690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뮤텍스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세마포어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잠금 (잠김 / 풀림)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카운터 (0 ~ 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소유권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 — 잠근 쪽만 해제 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누구나 post 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상호배제 (자원 보호)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자원 개수 관리, 신호 전달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대기 해제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소유자가 unlock 할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실행 흐름이 post 해도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흔한 실수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해제 누락 → 영구 대기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카운트 불일치 → 초과 접근 또는 영구 대기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4343400"/>
            <a:ext cx="10911535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45445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경쟁 관계가 아니다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14400" y="4919472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뮤텍스는 '동시에 만지지 마라'를, 세마포어는 '자리가 날 때까지 기다려라'를 표현한다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뮤텍스만으로 '빈 자리가 생길 때까지 대기'를 만들면 잠금·해제를 반복하는 바쁜 대기(busy-wait)가 되어 CPU 를 태운다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생산자-소비자에서는 뮤텍스 1개 + 세마포어 2개를 함께 쓴다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 - 소비자 와 링버퍼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56616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링버퍼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56616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56616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40664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20574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DCE4EE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09160" y="26791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E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9400" y="26791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8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1371600"/>
            <a:ext cx="26517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" y="1572768"/>
            <a:ext cx="777240" cy="256032"/>
          </a:xfrm>
          <a:prstGeom prst="roundRect">
            <a:avLst>
              <a:gd name="adj" fmla="val 107143"/>
            </a:avLst>
          </a:prstGeom>
          <a:solidFill>
            <a:srgbClr val="7A9E68"/>
          </a:solidFill>
          <a:ln w="12700">
            <a:solidFill>
              <a:srgbClr val="7A9E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15727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196596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sem_wait(empty)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lock(mutex)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버퍼에 쓰고 tail++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unlock(mutex)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sem_post(full)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899855" y="1371600"/>
            <a:ext cx="26517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28455" y="1572768"/>
            <a:ext cx="77724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28455" y="15727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28455" y="196596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sem_wait(full)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lock(mutex)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버퍼에서 읽고 head++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unlock(mutex)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sem_post(empty)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3749040"/>
            <a:ext cx="10911535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" y="3977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세 개가 모두 필요한가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4400" y="4370832"/>
            <a:ext cx="1036289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 — 인덱스와 데이터를 한 번에 한 쪽만 만지게 한다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empty 세마포어 — 빈 슬롯 수. 버퍼가 가득 차면 생산자가 여기서 잠든다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세마포어 — 채워진 슬롯 수. 버퍼가 비면 소비자가 여기서 잠든다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주의 : 뮤텍스를 잡은 채로 sem_wait 하면 상대가 영원히 들어오지 못해 데드락이 된다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데드락 (Deadlock)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조건이 동시에 성립할 때 발생한다. 하나만 깨면 막을 수 있다.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62501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830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B4636C"/>
          </a:solidFill>
          <a:ln w="12700">
            <a:solidFill>
              <a:srgbClr val="B463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176272"/>
            <a:ext cx="2222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상호배제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487168"/>
            <a:ext cx="222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자원을 한 번에 하나만 쓸 수 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2254" y="1572768"/>
            <a:ext cx="262501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03422" y="17830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B4636C"/>
          </a:solidFill>
          <a:ln w="12700">
            <a:solidFill>
              <a:srgbClr val="B463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3422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03422" y="2176272"/>
            <a:ext cx="2222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점유와 대기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03422" y="2487168"/>
            <a:ext cx="222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자원을 쥔 채로 다른 자원을 기다린다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4428" y="1572768"/>
            <a:ext cx="262501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65596" y="17830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B4636C"/>
          </a:solidFill>
          <a:ln w="12700">
            <a:solidFill>
              <a:srgbClr val="B463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5596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65596" y="2176272"/>
            <a:ext cx="2222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비선점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5596" y="2487168"/>
            <a:ext cx="222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남이 쥔 자원을 강제로 뺏을 수 없다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26601" y="1572768"/>
            <a:ext cx="262501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27769" y="17830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B4636C"/>
          </a:solidFill>
          <a:ln w="12700">
            <a:solidFill>
              <a:srgbClr val="B463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27769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27769" y="2176272"/>
            <a:ext cx="2222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순환 대기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27769" y="2487168"/>
            <a:ext cx="222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 관계가 원을 그린다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20440"/>
            <a:ext cx="10911535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37307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실무에서의 회피 방법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4114800"/>
            <a:ext cx="103628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락 획득 순서를 전역적으로 하나로 정하고 모든 코드가 그 순서를 지킨다 (순환 대기 차단)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trylock 과 타임아웃을 쓰고, 실패하면 쥐고 있던 락을 모두 풀고 다시 시도한다 (점유와 대기 차단)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임계 구역을 짧게 유지하고 락 중첩을 줄인다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락을 쥔 상태에서 블로킹 I/O, 콜백, 다른 모듈 호출을 하지 않는다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역전(priority inversion) 이 문제가 되는 실시간 시스템에서는 우선순위 상속 뮤텍스를 사용한다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34290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IPC 기법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 · 데이터 경계 · 신뢰성 · 통신 범위로 고른다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IPC 기법 분류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4572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1234440" cy="256032"/>
          </a:xfrm>
          <a:prstGeom prst="roundRect">
            <a:avLst>
              <a:gd name="adj" fmla="val 107143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머신 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파이프 / FIFO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바이트 스트림. 부모-자식은 pipe(), 남남은 이름 있는 FIFO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670048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시그널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 하나만 전달. 데이터 전송용이 아니라 알림용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419856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675888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커널이 관리하는 메시지 목록. 경계가 보존된다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공유메모리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425696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물리 페이지를 함께 매핑. 가장 빠르지만 동기화는 직접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919472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유닉스 도메인 소켓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5175504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소켓 API 그대로 쓰면서 로컬이라 빠르다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24448" y="1188720"/>
            <a:ext cx="5227168" cy="4572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98768" y="1417320"/>
            <a:ext cx="100584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8768" y="14173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98768" y="1920240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UDP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98768" y="2176272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비연결형 데이터그램. 빠르고 가볍지만 유실될 수 있다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98768" y="2670048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TCP/IP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98768" y="292608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연결형 바이트 스트림. 순서와 도착을 보장한다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98768" y="3419856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멀티캐스트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98768" y="3675888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UDP 기반 1:N 배포. 같은 데이터를 여러 수신자에게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98768" y="434340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방식은 같은 머신에서도 동작한다. 나중에 장비를 분리할 계획이 있다면 처음부터 소켓으로 만드는 편이 낫다.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때 보는 축 — 속도 / 데이터 경계 보존 여부 / 신뢰성 / 통신 범위 / 동기화를 직접 해야 하는가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공유메모리와 링버퍼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1143000" cy="256032"/>
          </a:xfrm>
          <a:prstGeom prst="roundRect">
            <a:avLst>
              <a:gd name="adj" fmla="val 107143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공유메모리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커널이 같은 물리 페이지를 여러 프로세스의 주소 공간에 매핑한다.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shmget / shmat / shmdt / shmctl   (System V)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shm_open + mmap                   (POSIX)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273552"/>
            <a:ext cx="4678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복사가 없다. IPC 중 가장 빠르다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IPC 는 커널 버퍼를 거치며 복사가 2회 일어난다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데이터를 자주 주고받을수록 유리하다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4434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4736592"/>
            <a:ext cx="46785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동기화를 직접 해야 한다 (보통 세마포어와 함께 쓴다)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경계도 직접 정의해야 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비정상 종료하면 상태가 깨질 수 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24448" y="1188720"/>
            <a:ext cx="5227168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98768" y="1417320"/>
            <a:ext cx="91440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98768" y="14173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링버퍼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98768" y="178308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 크기 배열에 head / tail 인덱스를 두고 끝에 닿으면 처음으로 돌아간다.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98768" y="2286000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= (tail + 1) % CAPACITY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98768" y="2542032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 = (head + 1) % CAPACITY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98768" y="2971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98768" y="3273552"/>
            <a:ext cx="4678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동적 할당이 없어 메모리 사용량이 일정하다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오래된 데이터를 덮어쓰는 정책도 가능하다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실시간·스트리밍 데이터 버퍼링에 적합하다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98768" y="4434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98768" y="4736592"/>
            <a:ext cx="46785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가득 참과 비어 있음을 구분할 방법이 필요하다 (개수를 세거나 한 칸 비워둔다)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공유메모리 위에 링버퍼를 올리고 세마포어를 붙이면 그것이 메시지 큐다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큐 (Message Queue)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911535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커널이 관리하는 메시지 목록에 넣고 뺀다. 보낸 단위 그대로 받는다.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msgget / msgsnd / msgrcv / msgctl   (System V)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09360" y="173736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mq_open / mq_send / mq_receive      (POSIX)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299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메시지에 타입(mtype)을 붙여 원하는 종류만 골라 받을 수 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522716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200400"/>
            <a:ext cx="46785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경계가 보존된다 — 파싱이 필요 없다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비동기다 — 송신자가 수신자를 기다리지 않는다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동기화가 내장되어 있다 — 직접 락을 걸 필요가 없다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측이 없어도 커널이 보관해 준다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24448" y="2651760"/>
            <a:ext cx="522716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98768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8768" y="3200400"/>
            <a:ext cx="46785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커널 버퍼를 거치며 복사가 2회 일어난다 — 공유메모리보다 느리다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크기와 큐 용량에 제한이 있다 (MSGMAX, MSGMNB)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명시적으로 지우지 않으면 커널에 남는다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892040"/>
            <a:ext cx="10911535" cy="1325880"/>
          </a:xfrm>
          <a:prstGeom prst="roundRect">
            <a:avLst>
              <a:gd name="adj" fmla="val 4138"/>
            </a:avLst>
          </a:prstGeom>
          <a:solidFill>
            <a:srgbClr val="E4EBE0"/>
          </a:solidFill>
          <a:ln w="12700">
            <a:solidFill>
              <a:srgbClr val="E4EBE0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4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쓴다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539496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64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명령이나 이벤트를 건네줄 때, 처리 속도가 서로 다른 모듈을 느슨하게 연결할 때, 메시지 종류별로 골라 받아야 할 때. 대용량 데이터는 공유메모리에 두고 메시지 큐로는 위치만 알려주는 방식도 많이 쓴다.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UDP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533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비연결형 데이터그램. 연결 절차 없이 보내면 그만이다.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socket(AF_INET, SOCK_DGRAM, 0)  →  bind()  /  sendto()  ·  recvfrom()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22716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설정이 없어 지연이 작고 일정하다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헤더가 8바이트로 가볍다 (TCP 는 20바이트 이상)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경계가 보존된다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브로드캐스트 · 멀티캐스트로 1:N 배포가 가능하다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24448" y="2423160"/>
            <a:ext cx="522716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98768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98768" y="297180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유실, 순서 뒤바뀜, 중복을 보장하지 않는다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제어 · 혼잡 제어가 없어 수신 측이 밀리면 그냥 버려진다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순번과 재전송을 응용 계층에서 직접 만들어야 한다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5227168" cy="1508760"/>
          </a:xfrm>
          <a:prstGeom prst="roundRect">
            <a:avLst>
              <a:gd name="adj" fmla="val 3636"/>
            </a:avLst>
          </a:prstGeom>
          <a:solidFill>
            <a:srgbClr val="E4EBE0"/>
          </a:solidFill>
          <a:ln w="12700">
            <a:solidFill>
              <a:srgbClr val="E4EBE0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892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64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쓴다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193792"/>
            <a:ext cx="4678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64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주기적으로 갱신되는 센서·상태 데이터, 영상·음성 스트리밍처럼 한두 개 빠져도 되는 데이터, 같은 데이터를 여러 대에 뿌려야 할 때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4448" y="4709160"/>
            <a:ext cx="5227168" cy="1508760"/>
          </a:xfrm>
          <a:prstGeom prst="roundRect">
            <a:avLst>
              <a:gd name="adj" fmla="val 3636"/>
            </a:avLst>
          </a:prstGeom>
          <a:solidFill>
            <a:srgbClr val="F3E3DA"/>
          </a:solidFill>
          <a:ln w="12700">
            <a:solidFill>
              <a:srgbClr val="F3E3DA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8768" y="4892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98768" y="5193792"/>
            <a:ext cx="4678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보낼 수 있는 크기가 MTU(보통 1500바이트)를 넘으면 IP 단편화가 일어나고, 조각 하나만 잃어도 전체가 버려진다. 큰 데이터는 응용에서 잘라 보낸다.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TCP / IP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533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연결형 바이트 스트림. 3-way handshake 로 연결을 맺고 주고받는다.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서버 : socket → bind → listen → accept → recv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클라이언트 : socket → connect → send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522716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9E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보장, 재전송으로 도착 보장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제어 · 혼잡 제어를 커널이 알아서 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연결이 끊기면 감지할 수 있다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응용에서 신뢰성 로직을 만들 필요가 없다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24448" y="2423160"/>
            <a:ext cx="522716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98768" y="2624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63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98768" y="297180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설정 · 유지 비용이 있고 기본은 1:1 이다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재전송 때문에 지연이 튈 수 있다 (실시간에 불리)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연결마다 커널 자원을 쓴다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10911535" cy="1508760"/>
          </a:xfrm>
          <a:prstGeom prst="roundRect">
            <a:avLst>
              <a:gd name="adj" fmla="val 3636"/>
            </a:avLst>
          </a:prstGeom>
          <a:solidFill>
            <a:srgbClr val="F3E3DA"/>
          </a:solidFill>
          <a:ln w="12700">
            <a:solidFill>
              <a:srgbClr val="F3E3DA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892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실수하는 지점 — TCP 에는 메시지 경계가 없다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521208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100바이트를 두 번 보내도 200바이트가 한 번에 올 수 있고, 반대로 쪼개져 올 수도 있다 → 고정 길이나 길이 헤더로 응용이 직접 프레이밍해야 한다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send / recv 는 요청한 만큼 다 처리하지 않을 수 있다 → 처리한 바이트만큼 오프셋을 옮기며 반복해야 한다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기법 비교와 선택 기준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48840"/>
                <a:gridCol w="1097280"/>
                <a:gridCol w="1874520"/>
                <a:gridCol w="1600200"/>
                <a:gridCol w="1810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 범위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경계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신뢰성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동기화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전역변수 + 뮤텍스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쓰레드 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정의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공유메모리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프로세스 간 (로컬)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정의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메시지 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프로세스 간 (로컬)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커널 보장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파이프 / FIFO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프로세스 간 (로컬)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(스트림)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커널 보장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UDP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TCP / IP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(스트림)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58368" y="45262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4348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프로세스 안이면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297680" y="4434840"/>
            <a:ext cx="7253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전역 자료구조 + 뮤텍스 / 세마포어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58368" y="50292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7A9E68"/>
          </a:solidFill>
          <a:ln w="12700">
            <a:solidFill>
              <a:srgbClr val="7A9E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데이터를 자주 주고받으면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297680" y="4937760"/>
            <a:ext cx="7253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공유메모리 + 세마포어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8368" y="553212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4406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명령·이벤트를 느슨하게 넘기면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297680" y="5440680"/>
            <a:ext cx="7253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큐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8368" y="603504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3B4252"/>
          </a:solidFill>
          <a:ln w="12700">
            <a:solidFill>
              <a:srgbClr val="3B425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5943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장비가 분리되어 있으면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297680" y="5943600"/>
            <a:ext cx="7253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빠짐없이 받아야 하면 TCP, 최신값이 중요하면 UDP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087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34290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및 검증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방식으로 같은 데이터를 주고받아 본다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구조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911535" cy="1143000"/>
          </a:xfrm>
          <a:prstGeom prst="roundRect">
            <a:avLst>
              <a:gd name="adj" fmla="val 4800"/>
            </a:avLst>
          </a:prstGeom>
          <a:solidFill>
            <a:srgbClr val="E4EAF0"/>
          </a:solidFill>
          <a:ln w="12700">
            <a:solidFill>
              <a:srgbClr val="E4EAF0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C5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시나리오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5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송신측은 1 로 초기화된 int 데이터를 0.1초 간격으로 송신하고 송신 후 1씩 증가시킨다 (100까지). 수신측은 받은 데이터를 출력한다.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22716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16352"/>
            <a:ext cx="960120" cy="256032"/>
          </a:xfrm>
          <a:prstGeom prst="roundRect">
            <a:avLst>
              <a:gd name="adj" fmla="val 107143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8163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IpcCore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로 작성한 DLL. IPC 기능 전체가 여기에 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584448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IpcThread.c   쓰레드 간 송수신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895344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IpcMsgQ.c     프로세스 간 송수신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206240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IpcSocket.c   TCP/IP 송수신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590288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에 의존하지 않으므로 콘솔이나 서비스에도 그대로 붙일 수 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24448" y="2606040"/>
            <a:ext cx="522716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8768" y="2816352"/>
            <a:ext cx="77724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98768" y="28163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IpcUI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98768" y="320040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MFC 대화상자. 버튼으로 코어 함수를 호출하고 로그만 표시한다.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98768" y="3566160"/>
            <a:ext cx="4678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IPC 로직은 UI 에 한 줄도 두지 않았다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코어의 로그는 워커 쓰레드에서 올라온다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PostMessage 로 UI 쓰레드에 넘긴다 — SendMessage 를 쓰면 워커가 UI 를 기다리며 막힌다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개발환경 : Windows / Visual Studio 2022 (v143) / x64      ·      개발언어 : 코어는 C, 확인용 UI 만 MFC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구현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332378" cy="4663440"/>
          </a:xfrm>
          <a:prstGeom prst="roundRect">
            <a:avLst>
              <a:gd name="adj" fmla="val 16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1051560" cy="256032"/>
          </a:xfrm>
          <a:prstGeom prst="roundRect">
            <a:avLst>
              <a:gd name="adj" fmla="val 107143"/>
            </a:avLst>
          </a:prstGeom>
          <a:solidFill>
            <a:srgbClr val="5E81AC"/>
          </a:solidFill>
          <a:ln w="12700">
            <a:solidFill>
              <a:srgbClr val="5E81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쓰레드 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27837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전역 링버퍼 8슬롯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CRITICAL_SECTION 1개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카운팅 세마포어 2개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송신 쓰레드 1 + 수신 쓰레드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977640"/>
            <a:ext cx="2783738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3977640"/>
            <a:ext cx="25094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뮤텍스로 링버퍼를 보호하고, 세마포어로 빈 슬롯과 찬 슬롯을 센다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29658" y="1188720"/>
            <a:ext cx="3332378" cy="4663440"/>
          </a:xfrm>
          <a:prstGeom prst="roundRect">
            <a:avLst>
              <a:gd name="adj" fmla="val 16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3978" y="1417320"/>
            <a:ext cx="1051560" cy="256032"/>
          </a:xfrm>
          <a:prstGeom prst="roundRect">
            <a:avLst>
              <a:gd name="adj" fmla="val 107143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3978" y="14173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 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03978" y="1828800"/>
            <a:ext cx="27837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네임드 공유메모리 위의 링버퍼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네임드 뮤텍스 1개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네임드 세마포어 2개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 네임스페이스 사용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3978" y="3977640"/>
            <a:ext cx="2783738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1138" y="3977640"/>
            <a:ext cx="25094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Windows 에는 System V 메시지 큐가 없어 같은 동작을 직접 구현했다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19237" y="1188720"/>
            <a:ext cx="3332378" cy="4663440"/>
          </a:xfrm>
          <a:prstGeom prst="roundRect">
            <a:avLst>
              <a:gd name="adj" fmla="val 16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93557" y="1417320"/>
            <a:ext cx="1051560" cy="256032"/>
          </a:xfrm>
          <a:prstGeom prst="roundRect">
            <a:avLst>
              <a:gd name="adj" fmla="val 107143"/>
            </a:avLst>
          </a:prstGeom>
          <a:solidFill>
            <a:srgbClr val="7A9E68"/>
          </a:solidFill>
          <a:ln w="12700">
            <a:solidFill>
              <a:srgbClr val="7A9E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3557" y="14173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TCP / IP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93557" y="1828800"/>
            <a:ext cx="27837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SocketUtility.h → Winsock2 포팅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Tx = 클라이언트, Rx = 서버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 4바이트를 그대로 전송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accept / connect 취소 가능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93557" y="3977640"/>
            <a:ext cx="2783738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30717" y="3977640"/>
            <a:ext cx="25094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이름과 인자를 원본 그대로 두어 리눅스 코드와 맞물리게 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01675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7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큐 대응 : msgget → CreateFileMapping + 링버퍼 초기화,  msgsnd / msgrcv → 세마포어 대기 + 뮤텍스 + 링버퍼 접근,  msgctl(IPC_RMID) → CloseHandle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리눅스 코드를 윈도우로 옮길 때</a:t>
            </a:r>
            <a:endParaRPr lang="en-US" sz="27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  <a:gridCol w="5056632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Linux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425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소켓 핸들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int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SOCKET (UINT_PTR) — x64 에서 64비트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송수신 타임아웃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setsockopt(SO_RCVTIMEO, struct timeval)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DWORD 밀리초 — 그대로 넘기면 엉뚱한 값이 된다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소켓 닫기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close()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closesocket()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라이브러리 초기화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WSAStartup / WSACleanup 필수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에러 코드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errno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WSAGetLastError()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첫 인자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maxfd + 1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무시된다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마이크로초 대기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usleep()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Sleep 또는 고해상도 카운터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메시지 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msgget / msgsnd / msgrcv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B42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공유메모리 + 세마포어로 직접 구현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230368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F3E3DA"/>
          </a:solidFill>
          <a:ln w="12700">
            <a:solidFill>
              <a:srgbClr val="F3E3DA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5468112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A5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차이는 컴파일 에러로 잡히지 않고 런타임에 이상 동작으로 나타나는 경우가 많다. 특히 타임아웃 값은 형이 맞아 보여서 그냥 넘어가기 쉽다.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확인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27168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쓰레드 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719072"/>
            <a:ext cx="4678528" cy="2788920"/>
          </a:xfrm>
          <a:prstGeom prst="roundRect">
            <a:avLst>
              <a:gd name="adj" fmla="val 1639"/>
            </a:avLst>
          </a:prstGeom>
          <a:solidFill>
            <a:srgbClr val="2E3440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874520"/>
            <a:ext cx="431276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start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tx 1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rx 1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tx 2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rx 2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tx 3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rx 3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...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tx done (100)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[TH] rx done (100)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24448" y="1188720"/>
            <a:ext cx="5227168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98768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 간 (창 2개)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98768" y="1719072"/>
            <a:ext cx="4678528" cy="2788920"/>
          </a:xfrm>
          <a:prstGeom prst="roundRect">
            <a:avLst>
              <a:gd name="adj" fmla="val 1639"/>
            </a:avLst>
          </a:prstGeom>
          <a:solidFill>
            <a:srgbClr val="2E3440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81648" y="1874520"/>
            <a:ext cx="431276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queue 'IpcDemoQ' open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start (rx)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rx 1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rx 2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rx 3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...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rx done (100)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송신은 다른 프로세스에서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[MQ] tx 1 ... tx done (100)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AAB2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 내용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54406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방식 모두 1 부터 100 까지 순서가 뒤바뀌거나 빠지는 것 없이 전달되었다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B42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큐는 슬롯 64개보다 많은 100건을 보내므로 링버퍼 순환과 세마포어 대기 경로까지 함께 확인된다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234440" y="1764792"/>
            <a:ext cx="10317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프로세스는 격리, 쓰레드는 공유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34440" y="2112264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공유하는지가 통신 방법과 동기화 부담을 모두 결정한다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2907792"/>
            <a:ext cx="10317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뮤텍스와 세마포어는 짝이다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3255264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상호배제는 뮤텍스, 개수를 세고 기다리는 것은 세마포어. 하나로 다른 하나를 흉내내면 바쁜 대기나 데드락이 된다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4050792"/>
            <a:ext cx="10317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로컬은 속도, 원격은 성격으로 고른다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4398264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데이터는 공유메모리, 명령 전달은 메시지 큐, 빠짐없이 받아야 하면 TCP, 최신값이 중요하면 UDP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12080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D08770"/>
          </a:solidFill>
          <a:ln w="12700">
            <a:solidFill>
              <a:srgbClr val="D087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34440" y="5193792"/>
            <a:ext cx="10317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TCP 에는 메시지 경계가 없다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34440" y="5541264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B8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프레이밍과 부분 송수신 처리는 언제나 응용의 몫이다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프로세스 간 통신 (IPC)</dc:title>
  <dc:subject>PptxGenJS Presentation</dc:subject>
  <dc:creator/>
  <cp:lastModifiedBy/>
  <cp:revision>1</cp:revision>
  <dcterms:created xsi:type="dcterms:W3CDTF">2026-08-19T07:27:15Z</dcterms:created>
  <dcterms:modified xsi:type="dcterms:W3CDTF">2026-08-19T07:27:15Z</dcterms:modified>
</cp:coreProperties>
</file>