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Part.1 IPC 구현 결과 발표. 코어는 C로 작성한 DLL, 확인용 UI만 MFC.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구현 모두 IPC_DEMO_FIRST_VALUE=1, LAST=100, INTERVAL_MS=100 상수를 공유한다.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코어를 DLL 로 분리해 두면 UI 없이도 콘솔 등 다른 프론트엔드를 붙일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CRT 자원 때문에 CreateThread 대신 _beginthreadex 를 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다른 PC 와 붙을 때는 수신측 IP 를 0.0.0.0 으로 두고 방화벽에서 포트를 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이미지는 IpcUI.rc 의 대화상자 좌표(DLU)를 그대로 환산해 재현한 것이다. 실제 실행 캡처로 교체해도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이미지는 IpcUI.rc 의 대화상자 좌표를 환산해 재현한 것이다. 실제 실행 캡처로 교체해도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_Normal 계열은 역할 규약이 원본과 같아 상호 통신에 문제가 없다. 데모도 _Normal 만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5120640" cy="5120640"/>
          </a:xfrm>
          <a:prstGeom prst="ellipse">
            <a:avLst/>
          </a:prstGeom>
          <a:solidFill>
            <a:srgbClr val="3B4252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3B42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08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Part.1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83664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프로세스 간 통신 구현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614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AC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Inter-Process Communication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4670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9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멀티쓰레드 · 멀티프로세스 환경에서의 데이터 송수신 기능 구현 및 검증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041648"/>
            <a:ext cx="1787652" cy="310896"/>
          </a:xfrm>
          <a:prstGeom prst="roundRect">
            <a:avLst>
              <a:gd name="adj" fmla="val 47059"/>
            </a:avLst>
          </a:prstGeom>
          <a:solidFill>
            <a:srgbClr val="D0877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4041648"/>
            <a:ext cx="17876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ToDo#1  쓰레드 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57500" y="4041648"/>
            <a:ext cx="1961388" cy="310896"/>
          </a:xfrm>
          <a:prstGeom prst="roundRect">
            <a:avLst>
              <a:gd name="adj" fmla="val 47059"/>
            </a:avLst>
          </a:prstGeom>
          <a:solidFill>
            <a:srgbClr val="5E81A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57500" y="4041648"/>
            <a:ext cx="19613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ToDo#2  프로세스 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0056" y="4041648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A3BE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0056" y="404164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ToDo#3  TCP/IP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9834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IpcProc   ·   C / Visual Studio 2022   ·   Windows x64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요구사항과 구현 매핑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ToDo 를 모두 같은 데이터 시나리오로 검증한다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465576" cy="321868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19072"/>
            <a:ext cx="832104" cy="310896"/>
          </a:xfrm>
          <a:prstGeom prst="roundRect">
            <a:avLst>
              <a:gd name="adj" fmla="val 47059"/>
            </a:avLst>
          </a:prstGeom>
          <a:solidFill>
            <a:srgbClr val="D0877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ToDo#1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762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쓰레드 간 송/수신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8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전역변수 + 뮤텍스 / 세마포어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71216"/>
            <a:ext cx="29626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전역 링버퍼 8슬롯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CRITICAL_SECTION 1개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카운팅 세마포어 2개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송신·수신 쓰레드 각 1개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IpcThread.c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481328"/>
            <a:ext cx="3465576" cy="321868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1719072"/>
            <a:ext cx="832104" cy="310896"/>
          </a:xfrm>
          <a:prstGeom prst="roundRect">
            <a:avLst>
              <a:gd name="adj" fmla="val 47059"/>
            </a:avLst>
          </a:prstGeom>
          <a:solidFill>
            <a:srgbClr val="5E81A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44568" y="1719072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ToDo#2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21762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프로세스 간 송/수신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8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큐 (Message Queue)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81144" y="2871216"/>
            <a:ext cx="29626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네임드 공유메모리 링버퍼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네임드 뮤텍스 1개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네임드 세마포어 2개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 이름으로 서로 참여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IpcMsgQ.c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481328"/>
            <a:ext cx="3465576" cy="321868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84464" y="1719072"/>
            <a:ext cx="832104" cy="310896"/>
          </a:xfrm>
          <a:prstGeom prst="roundRect">
            <a:avLst>
              <a:gd name="adj" fmla="val 47059"/>
            </a:avLst>
          </a:prstGeom>
          <a:solidFill>
            <a:srgbClr val="A3BE8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84464" y="1719072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ToDo#3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21762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프로그램과 송/수신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84464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B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 / IP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871216"/>
            <a:ext cx="29626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SocketUtility.h 윈도우 포팅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= 클라이언트 (connect)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= 서버 (bind·listen·accept)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함수·상수명 원본 유지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84464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IpcSocket.c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956048"/>
            <a:ext cx="11055096" cy="1170432"/>
          </a:xfrm>
          <a:prstGeom prst="roundRect">
            <a:avLst>
              <a:gd name="adj" fmla="val 6250"/>
            </a:avLst>
          </a:prstGeom>
          <a:solidFill>
            <a:srgbClr val="2E3440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14400" y="51389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8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데이터 시나리오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550468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송신측 </a:t>
            </a:r>
            <a:pPr indent="0" marL="0">
              <a:buNone/>
            </a:pPr>
            <a:r>
              <a:rPr lang="en-US" sz="1300" dirty="0">
                <a:solidFill>
                  <a:srgbClr val="CBD3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로 초기화된 int 를 0.1초 간격으로 송신하고 송신 후 1씩 증가 (100까지) 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수신측 </a:t>
            </a:r>
            <a:pPr indent="0" marL="0">
              <a:buNone/>
            </a:pPr>
            <a:r>
              <a:rPr lang="en-US" sz="1300" dirty="0">
                <a:solidFill>
                  <a:srgbClr val="CBD3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받은 데이터를 출력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구조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IPC 기능은 전부 C로 작성한 DLL 에 있고, MFC 는 버튼과 로그 표시만 담당한다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21208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28800"/>
            <a:ext cx="420624" cy="420624"/>
          </a:xfrm>
          <a:prstGeom prst="ellipse">
            <a:avLst/>
          </a:prstGeom>
          <a:solidFill>
            <a:srgbClr val="D0877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288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IpcCore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31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DLL — IPC 기능 구현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974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IpcCommon.h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578608" y="26974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정의 · 자료형 · 로그 API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1821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IpcCore.c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578608" y="31821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파이프라인 · 초기화 / 해제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66674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IpcThread.c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36667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쓰레드 간 송수신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15137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IpcMsgQ.c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578608" y="41513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프로세스 간 송수신 (메시지 큐)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6360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IpcSocket.c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578608" y="46360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TCP/IP (SocketUtility 포팅)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19088" y="1572768"/>
            <a:ext cx="5202936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93408" y="1828800"/>
            <a:ext cx="420624" cy="420624"/>
          </a:xfrm>
          <a:prstGeom prst="ellipse">
            <a:avLst/>
          </a:prstGeom>
          <a:solidFill>
            <a:srgbClr val="5E81A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9340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18288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IpcUI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2231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MFC 대화상자 — 동작 확인용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729984" y="2724912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버튼이 코어 함수를 그대로 호출한다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IPC 로직은 UI 에 한 줄도 두지 않았다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코어가 f_IpcLog 로 남긴 로그를 콜백으로 받는다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PostMessage 로 UI 쓰레드에 넘겨 리스트박스에 출력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29984" y="4224528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272C3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12864" y="4352544"/>
            <a:ext cx="4288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워커 쓰레드 -&gt; UI 쓰레드</a:t>
            </a:r>
            <a:endParaRPr lang="en-US" sz="10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PostMessage(hWnd, WM_IPC_LOG, ch, pszWide);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70448" y="3246120"/>
            <a:ext cx="457200" cy="384048"/>
          </a:xfrm>
          <a:prstGeom prst="rightArrow">
            <a:avLst/>
          </a:prstGeom>
          <a:solidFill>
            <a:srgbClr val="D0877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55321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빌드 결과 :  build\x64\Debug\  →  IpcUI.exe  +  IpcCore.dll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ToDo#1  쓰레드 간 송/수신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전역 링버퍼를 뮤텍스로 보호하고, 빈 슬롯 / 찬 슬롯 개수를 세마포어 2개로 센다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355580" y="384048"/>
            <a:ext cx="1266444" cy="310896"/>
          </a:xfrm>
          <a:prstGeom prst="roundRect">
            <a:avLst>
              <a:gd name="adj" fmla="val 47059"/>
            </a:avLst>
          </a:prstGeom>
          <a:solidFill>
            <a:srgbClr val="D0877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55580" y="384048"/>
            <a:ext cx="1266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IpcThread.c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536192"/>
            <a:ext cx="11055096" cy="2066544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121408"/>
            <a:ext cx="1883664" cy="1060704"/>
          </a:xfrm>
          <a:prstGeom prst="roundRect">
            <a:avLst>
              <a:gd name="adj" fmla="val 6897"/>
            </a:avLst>
          </a:prstGeom>
          <a:solidFill>
            <a:srgbClr val="D0877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2860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 쓰레드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61518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E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s_TxThreadProc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363456" y="2121408"/>
            <a:ext cx="1883664" cy="1060704"/>
          </a:xfrm>
          <a:prstGeom prst="roundRect">
            <a:avLst>
              <a:gd name="adj" fmla="val 6897"/>
            </a:avLst>
          </a:prstGeom>
          <a:solidFill>
            <a:srgbClr val="5E81A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63456" y="22860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쓰레드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363456" y="261518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E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s_RxThreadProc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380080" y="1700784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전역 링버퍼   g_staRing[8]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0080" y="208483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3440"/>
          </a:solidFill>
          <a:ln w="15875">
            <a:solidFill>
              <a:srgbClr val="2E34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008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75024" y="208483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3440"/>
          </a:solidFill>
          <a:ln w="15875">
            <a:solidFill>
              <a:srgbClr val="2E34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75024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69968" y="208483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2E3440"/>
          </a:solidFill>
          <a:ln w="15875">
            <a:solidFill>
              <a:srgbClr val="2E34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69968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64912" y="208483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6CE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64912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59856" y="208483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6CE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59856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4800" y="208483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6CE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480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49744" y="208483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6CE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49744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44688" y="208483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6CE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44688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373472" y="26883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0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288640" y="26883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8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017520" y="3108960"/>
            <a:ext cx="6153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뮤텍스  CRITICAL_SECTION  g_stRingLock  으로 인덱스와 데이터를 보호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889504" y="2231136"/>
            <a:ext cx="384048" cy="310896"/>
          </a:xfrm>
          <a:prstGeom prst="rightArrow">
            <a:avLst/>
          </a:prstGeom>
          <a:solidFill>
            <a:srgbClr val="D08770"/>
          </a:solidFill>
          <a:ln/>
        </p:spPr>
      </p:sp>
      <p:sp>
        <p:nvSpPr>
          <p:cNvPr id="34" name="Shape 32"/>
          <p:cNvSpPr/>
          <p:nvPr/>
        </p:nvSpPr>
        <p:spPr>
          <a:xfrm>
            <a:off x="8906256" y="2231136"/>
            <a:ext cx="384048" cy="310896"/>
          </a:xfrm>
          <a:prstGeom prst="rightArrow">
            <a:avLst/>
          </a:prstGeom>
          <a:solidFill>
            <a:srgbClr val="5E81AC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928" y="3803904"/>
            <a:ext cx="5486400" cy="1755648"/>
          </a:xfrm>
          <a:prstGeom prst="roundRect">
            <a:avLst>
              <a:gd name="adj" fmla="val 3646"/>
            </a:avLst>
          </a:prstGeom>
          <a:solidFill>
            <a:srgbClr val="272C3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49808" y="389534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세마포어를 함께 쓰는 이유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49808" y="4151376"/>
            <a:ext cx="51572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g_hSemEmpty  초기값 8   빈 슬롯 수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g_hSemFull   초기값 0   찬 슬롯 수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뮤텍스만 쓰면 '빌 때까지 대기'가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바쁜 대기가 되어 CPU 를 태운다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3803904"/>
            <a:ext cx="5312664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583680" y="3931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 / 수신 순서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0" y="43708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8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150608" y="4370832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sem_wait(empty) → lock → write → unlock → sem_post(full)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583680" y="4901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8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150608" y="4901184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sem_wait(full)  → lock → read  → unlock → sem_post(empty)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577900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대응 :   CRITICAL_SECTION = pthread_mutex_t     CreateSemaphore = sem_init     _beginthreadex = pthread_create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ToDo#1  핵심 코드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송신과 수신은 세마포어 두 개를 정확히 반대로 사용한다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355580" y="384048"/>
            <a:ext cx="1266444" cy="310896"/>
          </a:xfrm>
          <a:prstGeom prst="roundRect">
            <a:avLst>
              <a:gd name="adj" fmla="val 47059"/>
            </a:avLst>
          </a:prstGeom>
          <a:solidFill>
            <a:srgbClr val="D0877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55580" y="384048"/>
            <a:ext cx="1266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IpcThread.c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536192"/>
            <a:ext cx="5486400" cy="4224528"/>
          </a:xfrm>
          <a:prstGeom prst="roundRect">
            <a:avLst>
              <a:gd name="adj" fmla="val 1515"/>
            </a:avLst>
          </a:prstGeom>
          <a:solidFill>
            <a:srgbClr val="272C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62763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f_IpcThreadQueueSend()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83664"/>
            <a:ext cx="515721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① 빈 슬롯 대기 - 가득 차면 여기서 블록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(WaitForSingleObject(g_hSemEmpty,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uiTimeOut_ms) != WAIT_OBJECT_0)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IPC_FAIL;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② 뮤텍스로 링버퍼 상호배제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EnterCriticalSection(&amp;g_stRingLock);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A3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g_staRing[g_iRingTail] = *stpMsg;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g_iRingTail = (g_iRingTail + 1)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% IPC_THREAD_RING_SLOTS;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g_iRingCount++;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LeaveCriticalSection(&amp;g_stRingLock);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③ 찬 슬롯 +1 - 수신 쓰레드를 깨운다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ReleaseSemaphore(g_hSemFull, 1, NULL);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IPC_PASS;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536192"/>
            <a:ext cx="5312664" cy="4224528"/>
          </a:xfrm>
          <a:prstGeom prst="roundRect">
            <a:avLst>
              <a:gd name="adj" fmla="val 1515"/>
            </a:avLst>
          </a:prstGeom>
          <a:solidFill>
            <a:srgbClr val="272C3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627632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f_IpcThreadQueueRecv()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883664"/>
            <a:ext cx="4983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① 찬 슬롯 대기 - 비면 여기서 블록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(WaitForSingleObject(g_hSemFull,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uiTimeOut_ms) != WAIT_OBJECT_0)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IPC_FAIL;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② 같은 뮤텍스로 상호배제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EnterCriticalSection(&amp;g_stRingLock);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A3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*stpMsg = g_staRing[g_iRingHead];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g_iRingHead = (g_iRingHead + 1)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% IPC_THREAD_RING_SLOTS;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g_iRingCount--;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LeaveCriticalSection(&amp;g_stRingLock);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③ 빈 슬롯 +1 - 송신 쓰레드를 깨운다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ReleaseSemaphore(g_hSemEmpty, 1, NULL);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IPC_PASS;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925312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세마포어 대기를 뮤텍스 밖에 두는 것이 핵심 —  잠근 채로 기다리면 상대가 들어올 수 없어 데드락이 된다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ToDo#2  프로세스 간 송/수신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에는 System V 메시지 큐가 없어 같은 동작을 직접 만들었다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529316" y="384048"/>
            <a:ext cx="1092708" cy="310896"/>
          </a:xfrm>
          <a:prstGeom prst="roundRect">
            <a:avLst>
              <a:gd name="adj" fmla="val 47059"/>
            </a:avLst>
          </a:prstGeom>
          <a:solidFill>
            <a:srgbClr val="5E81A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29316" y="384048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IpcMsgQ.c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536192"/>
            <a:ext cx="11055096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6824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6824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8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구현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057400"/>
            <a:ext cx="10634472" cy="429768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084832"/>
            <a:ext cx="3383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msgget(key, IPC_CREAT)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084832"/>
            <a:ext cx="7040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CreateFileMapping  네임드 공유메모리 + 링버퍼 헤더 초기화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551176"/>
            <a:ext cx="3383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msgsnd()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551176"/>
            <a:ext cx="7040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세마포어(빈슬롯) 대기 → 뮤텍스 → write → 세마포어(찬슬롯) 증가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2990088"/>
            <a:ext cx="10634472" cy="429768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017520"/>
            <a:ext cx="3383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msgrcv()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3017520"/>
            <a:ext cx="7040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세마포어(찬슬롯) 대기 → 뮤텍스 → read → 세마포어(빈슬롯) 증가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483864"/>
            <a:ext cx="3383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msgctl(IPC_RMID)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3483864"/>
            <a:ext cx="7040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핸들 CloseHandle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3922776"/>
            <a:ext cx="10634472" cy="429768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3950208"/>
            <a:ext cx="3383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mtype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3950208"/>
            <a:ext cx="7040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st_IpcMsg.iMsgType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663440"/>
            <a:ext cx="543153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41248" y="47914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커널 오브젝트 이름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510235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C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Local\IpcProc.&lt;큐이름&gt;.map    공유메모리</a:t>
            </a: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C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Local\IpcProc.&lt;큐이름&gt;.mtx    뮤텍스</a:t>
            </a: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C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Local\IpcProc.&lt;큐이름&gt;.sem.e  빈 슬롯</a:t>
            </a:r>
            <a:endParaRPr lang="en-US" sz="1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C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Local\IpcProc.&lt;큐이름&gt;.sem.f  찬 슬롯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72784" y="466344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47104" y="47914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 순서에 무관하게 만든 방법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47104" y="510235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f_IpcMsgQCreate() 는 없으면 만들고 있으면 참여한다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링버퍼 헤더 초기화는 뮤텍스 안에서 매직값으로 한 번만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세마포어 초기 카운트가 최초 생성 시에만 반영되는 Windows 동작을 그대로 이용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2727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Global\ 이 아니라 Local\ 을 쓰므로 관리자 권한이 필요 없다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ToDo#3  TCP / IP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첨부받은 Linux SocketUtility 를 Winsock2 로 포팅했다 — 함수명 · 인자 · 상수는 원본 그대로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355580" y="384048"/>
            <a:ext cx="1266444" cy="310896"/>
          </a:xfrm>
          <a:prstGeom prst="roundRect">
            <a:avLst>
              <a:gd name="adj" fmla="val 47059"/>
            </a:avLst>
          </a:prstGeom>
          <a:solidFill>
            <a:srgbClr val="A3BE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55580" y="384048"/>
            <a:ext cx="1266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IpcSocket.c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5431536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92224"/>
            <a:ext cx="402336" cy="402336"/>
          </a:xfrm>
          <a:prstGeom prst="ellipse">
            <a:avLst/>
          </a:prstGeom>
          <a:solidFill>
            <a:srgbClr val="A3BE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79222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 = 클라이언트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2860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  →  connect  →  send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67004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블로킹 connect 는 실패 확정까지 20초 이상 걸린다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논블로킹 + select 로 1초마다 재시도하게 바꿨다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2784" y="1572768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47104" y="1792224"/>
            <a:ext cx="402336" cy="402336"/>
          </a:xfrm>
          <a:prstGeom prst="ellipse">
            <a:avLst/>
          </a:prstGeom>
          <a:solidFill>
            <a:srgbClr val="5E81A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47104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77456" y="179222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= 서버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47104" y="2286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 → bind → listen → accept → recv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47104" y="267004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accept 를 200ms 단위 select 루프로 잘게 나눴다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덕분에 [Stop] 을 누르면 대기 중에도 바로 빠져나온다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005072"/>
            <a:ext cx="5431536" cy="2084832"/>
          </a:xfrm>
          <a:prstGeom prst="roundRect">
            <a:avLst>
              <a:gd name="adj" fmla="val 3070"/>
            </a:avLst>
          </a:prstGeom>
          <a:solidFill>
            <a:srgbClr val="272C3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" y="4096512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데모 송신 — 프레임 헤더 없이 int 4바이트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352544"/>
            <a:ext cx="51023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(iData = IPC_DEMO_FIRST_VALUE;</a:t>
            </a:r>
            <a:endParaRPr lang="en-US" sz="10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iData &lt;= IPC_DEMO_LAST_VALUE; iData++) {</a:t>
            </a:r>
            <a:endParaRPr lang="en-US" sz="10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iWire = g_iDemoUseNBO</a:t>
            </a:r>
            <a:endParaRPr lang="en-US" sz="10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? htonl(iData) : iData;</a:t>
            </a:r>
            <a:endParaRPr lang="en-US" sz="10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f_SocketSendTCP_IPv4(&amp;g_stDemoSocket,</a:t>
            </a:r>
            <a:endParaRPr lang="en-US" sz="10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&amp;iWire, sizeof(iWire));</a:t>
            </a:r>
            <a:endParaRPr lang="en-US" sz="10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0.1초 대기 (정지 요청도 함께 확인)</a:t>
            </a:r>
            <a:endParaRPr lang="en-US" sz="10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s_IsDemoStopRequested(100);</a:t>
            </a:r>
            <a:endParaRPr lang="en-US" sz="10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2784" y="4005072"/>
            <a:ext cx="534924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547104" y="41513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바이트 오더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47104" y="4498848"/>
            <a:ext cx="48463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x64 Windows 와 x86-64 Linux 는 둘 다 little-endian 이라 기본값으로 값이 그대로 맞는다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상대가 htonl 을 쓰면 UI 의 htonl 체크박스를 켜서 맞춘다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송/수신은 요청한 크기를 다 처리할 때까지 반복한다 (&gt;0 처리 바이트, 0 타임아웃, -1 상대 종료)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 코드를 윈도우로 옮길 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컴파일은 통과하는데 런타임에 이상 동작하는 항목이 특히 위험하다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3913632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276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6276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6276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10634472" cy="438912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0482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소켓 핸들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0482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048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SOCKET (UINT_PTR) — x64 에서 64bit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468880"/>
            <a:ext cx="10634472" cy="438912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25054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8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송/수신 타임아웃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2505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setsockopt(SO_RCVTIMEO, timeval)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5054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8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DWORD 밀리초 — timeval 을 넘기면 엉뚱한 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2926080"/>
            <a:ext cx="10634472" cy="438912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29626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소켓 닫기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29626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9626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closesocket()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419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초기화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337560" y="34198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없음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419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WSAStartup / WSACleanup 필요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840480"/>
            <a:ext cx="10634472" cy="438912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38770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 확인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337560" y="38770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errno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877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WSAGetLastError()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43342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select() 1번 인자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337560" y="43342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maxfd + 1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4334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무시된다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4754880"/>
            <a:ext cx="10634472" cy="438912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47914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마이크로초 대기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337560" y="4791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usleep()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7914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— Sleep 또는 QPC 스핀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5559552"/>
            <a:ext cx="11055096" cy="786384"/>
          </a:xfrm>
          <a:prstGeom prst="roundRect">
            <a:avLst>
              <a:gd name="adj" fmla="val 9302"/>
            </a:avLst>
          </a:prstGeom>
          <a:solidFill>
            <a:srgbClr val="2E3440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14400" y="5559552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타임아웃 값은 형이 맞아 보여서 그냥 넘어가기 쉽다 — timeval(초·마이크로초) 을 DWORD(밀리초) 로 변환하는 코드를 내부에 두었다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확인용 UI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하나가 코어 함수 하나를 호출한다 — 모든 로그는 아래 리스트박스에 모인다</a:t>
            </a:r>
            <a:endParaRPr lang="en-US" sz="1350" dirty="0"/>
          </a:p>
        </p:txBody>
      </p:sp>
      <p:pic>
        <p:nvPicPr>
          <p:cNvPr id="4" name="Image 0" descr="/tmp/claude-0/-home-user-IpcProc/376a948c-dd44-59de-a82e-ae9ae3236915/scratchpad/deck/img/ui_thr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6035040" cy="473469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812974" y="2002104"/>
            <a:ext cx="274320" cy="274320"/>
          </a:xfrm>
          <a:prstGeom prst="ellipse">
            <a:avLst/>
          </a:prstGeom>
          <a:solidFill>
            <a:srgbClr val="D0877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2812974" y="2002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191650" y="2579782"/>
            <a:ext cx="274320" cy="274320"/>
          </a:xfrm>
          <a:prstGeom prst="ellipse">
            <a:avLst/>
          </a:prstGeom>
          <a:solidFill>
            <a:srgbClr val="5E81A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191650" y="25797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52826" y="3191441"/>
            <a:ext cx="274320" cy="274320"/>
          </a:xfrm>
          <a:prstGeom prst="ellipse">
            <a:avLst/>
          </a:prstGeom>
          <a:solidFill>
            <a:srgbClr val="A3BE8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52826" y="31914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08807" y="4499713"/>
            <a:ext cx="274320" cy="274320"/>
          </a:xfrm>
          <a:prstGeom prst="ellipse">
            <a:avLst/>
          </a:prstGeom>
          <a:solidFill>
            <a:srgbClr val="4C566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508807" y="44997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893220" y="5841966"/>
            <a:ext cx="274320" cy="274320"/>
          </a:xfrm>
          <a:prstGeom prst="ellipse">
            <a:avLst/>
          </a:prstGeom>
          <a:solidFill>
            <a:srgbClr val="D0877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893220" y="58419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252601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IpcUI.exe   ·   Debug | x64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0" y="1554480"/>
            <a:ext cx="292608" cy="292608"/>
          </a:xfrm>
          <a:prstGeom prst="ellipse">
            <a:avLst/>
          </a:prstGeom>
          <a:solidFill>
            <a:srgbClr val="D0877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278624" y="151790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Thread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278624" y="1792224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[Start] 로 송신·수신 쓰레드 한 쌍을 기동한다. 동작 중에는 [Start] 가 비활성으로 바뀐다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858000" y="2487168"/>
            <a:ext cx="292608" cy="292608"/>
          </a:xfrm>
          <a:prstGeom prst="ellipse">
            <a:avLst/>
          </a:prstGeom>
          <a:solidFill>
            <a:srgbClr val="5E81A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278624" y="245059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Message Queue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278624" y="2724912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 이름을 맞춘 두 프로세스가 각각 [Recv] / [Send]. 동작 중에는 이름 입력칸이 잠긴다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858000" y="3419856"/>
            <a:ext cx="292608" cy="292608"/>
          </a:xfrm>
          <a:prstGeom prst="ellipse">
            <a:avLst/>
          </a:prstGeom>
          <a:solidFill>
            <a:srgbClr val="A3BE8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85800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278624" y="33832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TCP/IP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278624" y="3657600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 · Port · htonl 을 정하고 한쪽은 [Recv](서버), 다른쪽은 [Send](클라이언트)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858000" y="4352544"/>
            <a:ext cx="292608" cy="292608"/>
          </a:xfrm>
          <a:prstGeom prst="ellipse">
            <a:avLst/>
          </a:prstGeom>
          <a:solidFill>
            <a:srgbClr val="4C566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5800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278624" y="431596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리스트박스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278624" y="4590288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채널의 로그가 시각과 함께 한 곳에 쌓인다. 최대 2000줄을 유지한다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858000" y="5285232"/>
            <a:ext cx="292608" cy="292608"/>
          </a:xfrm>
          <a:prstGeom prst="ellipse">
            <a:avLst/>
          </a:prstGeom>
          <a:solidFill>
            <a:srgbClr val="D08770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858000" y="5285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7278624" y="524865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 Process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278624" y="5522976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exe 를 인자 없이 한 번 더 띄운다. 프로세스 간 확인에 쓴다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확인  ·  프로세스 간 송/수신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[New Process] 로 창을 하나 더 띄우고 한쪽은 [Recv], 다른쪽은 [Send] 를 누른다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789920" y="384048"/>
            <a:ext cx="832104" cy="310896"/>
          </a:xfrm>
          <a:prstGeom prst="roundRect">
            <a:avLst>
              <a:gd name="adj" fmla="val 47059"/>
            </a:avLst>
          </a:prstGeom>
          <a:solidFill>
            <a:srgbClr val="5E81A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89920" y="384048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ToDo#2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1408176"/>
            <a:ext cx="5074920" cy="402336"/>
          </a:xfrm>
          <a:prstGeom prst="roundRect">
            <a:avLst>
              <a:gd name="adj" fmla="val 15909"/>
            </a:avLst>
          </a:prstGeom>
          <a:solidFill>
            <a:srgbClr val="5E81A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" y="14081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프로세스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78608" y="1408176"/>
            <a:ext cx="2862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EA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띄운 창 · [Recv]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47104" y="1408176"/>
            <a:ext cx="5074920" cy="402336"/>
          </a:xfrm>
          <a:prstGeom prst="roundRect">
            <a:avLst>
              <a:gd name="adj" fmla="val 15909"/>
            </a:avLst>
          </a:prstGeom>
          <a:solidFill>
            <a:srgbClr val="D0877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48272" y="14081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 프로세스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58784" y="1408176"/>
            <a:ext cx="2862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EA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[New Process] 로 띄운 창 · [Send]</a:t>
            </a:r>
            <a:endParaRPr lang="en-US" sz="1100" dirty="0"/>
          </a:p>
        </p:txBody>
      </p:sp>
      <p:pic>
        <p:nvPicPr>
          <p:cNvPr id="12" name="Image 0" descr="/tmp/claude-0/-home-user-IpcProc/376a948c-dd44-59de-a82e-ae9ae3236915/scratchpad/deck/img/ui_mq_r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83664"/>
            <a:ext cx="5074920" cy="3981450"/>
          </a:xfrm>
          <a:prstGeom prst="rect">
            <a:avLst/>
          </a:prstGeom>
        </p:spPr>
      </p:pic>
      <p:pic>
        <p:nvPicPr>
          <p:cNvPr id="13" name="Image 1" descr="/tmp/claude-0/-home-user-IpcProc/376a948c-dd44-59de-a82e-ae9ae3236915/scratchpad/deck/img/ui_mq_t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883664"/>
            <a:ext cx="5074920" cy="39814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6928" y="5993130"/>
            <a:ext cx="11055096" cy="566928"/>
          </a:xfrm>
          <a:prstGeom prst="roundRect">
            <a:avLst>
              <a:gd name="adj" fmla="val 12903"/>
            </a:avLst>
          </a:prstGeom>
          <a:solidFill>
            <a:srgbClr val="2E3440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914400" y="599313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AC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큐 이름 </a:t>
            </a:r>
            <a:pPr algn="ctr" indent="0" marL="0">
              <a:buNone/>
            </a:pPr>
            <a:r>
              <a:rPr lang="en-US" sz="1200" b="1" dirty="0">
                <a:solidFill>
                  <a:srgbClr val="D0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IpcDemoQ </a:t>
            </a:r>
            <a:pPr algn="ctr" indent="0" marL="0">
              <a:buNone/>
            </a:pPr>
            <a:r>
              <a:rPr lang="en-US" sz="1200" dirty="0">
                <a:solidFill>
                  <a:srgbClr val="AEBAC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맞으면 어느 쪽을 먼저 띄워도 된다  —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f_IpcMsgQCreate()</a:t>
            </a:r>
            <a:pPr algn="ctr" indent="0" marL="0">
              <a:buNone/>
            </a:pPr>
            <a:r>
              <a:rPr lang="en-US" sz="1200" dirty="0">
                <a:solidFill>
                  <a:srgbClr val="AEBAC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 없으면 만들고 있으면 참여하기 때문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정리  ·  New Process 버튼 통합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역할별로 흩어져 있던 버튼을 공용 버튼 하나로 줄여 과제의 핵심 기능만 남겼다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431536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57984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Message Queue 와 TCP/IP 에 [New Process] 버튼이 각각 하나씩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버튼이 상대 역할을 스스로 정해 명령행으로 넘겼다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창이 그 역할을 자동으로 시작했다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3456432"/>
            <a:ext cx="4828032" cy="1810512"/>
          </a:xfrm>
          <a:prstGeom prst="roundRect">
            <a:avLst>
              <a:gd name="adj" fmla="val 3535"/>
            </a:avLst>
          </a:prstGeom>
          <a:solidFill>
            <a:srgbClr val="272C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547872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CIpcUIDlg::RunPeer()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803904"/>
            <a:ext cx="44988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strCmd.Format(_T("\"%s\" /peer:%s /name:%s"</a:t>
            </a:r>
            <a:endParaRPr lang="en-US" sz="9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/ip:%s /port:%u%s"), szExePath,</a:t>
            </a:r>
            <a:endParaRPr lang="en-US" sz="9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lpszRole, m_strQueueName, m_strIpAddr,</a:t>
            </a:r>
            <a:endParaRPr lang="en-US" sz="9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m_nPortNum, m_bNetworkByteOrder</a:t>
            </a:r>
            <a:endParaRPr lang="en-US" sz="9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? _T(" /nbo") : _T(""));</a:t>
            </a:r>
            <a:endParaRPr lang="en-US" sz="950" dirty="0"/>
          </a:p>
          <a:p>
            <a:pPr indent="0" marL="0">
              <a:lnSpc>
                <a:spcPct val="116000"/>
              </a:lnSpc>
              <a:buNone/>
            </a:pPr>
            <a:endParaRPr lang="en-US" sz="9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ParseIpcArguments() 명령행 파서</a:t>
            </a:r>
            <a:endParaRPr lang="en-US" sz="9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OnInitDialog 자동 시작 분기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72784" y="1572768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47104" y="17373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8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후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47104" y="2157984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공용 [New Process] 버튼 하나만 하단에 둔다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인자 없이 같은 exe 를 한 번 더 띄우는 것이 전부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역할은 사용자가 새 창에서 직접 누른다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47104" y="3456432"/>
            <a:ext cx="4800600" cy="1810512"/>
          </a:xfrm>
          <a:prstGeom prst="roundRect">
            <a:avLst>
              <a:gd name="adj" fmla="val 3535"/>
            </a:avLst>
          </a:prstGeom>
          <a:solidFill>
            <a:srgbClr val="272C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9984" y="354787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CIpcUIDlg::OnBnClickedNewProcess()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29984" y="3803904"/>
            <a:ext cx="447141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TCHAR szExePath[MAX_PATH] = { 0 };</a:t>
            </a:r>
            <a:endParaRPr lang="en-US" sz="9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GetModuleFileName(nullptr, szExePath,</a:t>
            </a:r>
            <a:endParaRPr lang="en-US" sz="9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MAX_PATH);</a:t>
            </a:r>
            <a:endParaRPr lang="en-US" sz="950" dirty="0"/>
          </a:p>
          <a:p>
            <a:pPr indent="0" marL="0">
              <a:lnSpc>
                <a:spcPct val="116000"/>
              </a:lnSpc>
              <a:buNone/>
            </a:pPr>
            <a:endParaRPr lang="en-US" sz="9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A3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CreateProcess(szExePath, nullptr, nullptr,</a:t>
            </a:r>
            <a:endParaRPr lang="en-US" sz="9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nullptr, FALSE, 0, nullptr, nullptr,</a:t>
            </a:r>
            <a:endParaRPr lang="en-US" sz="9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&amp;si, &amp;pi);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5669280"/>
            <a:ext cx="11055096" cy="676656"/>
          </a:xfrm>
          <a:prstGeom prst="roundRect">
            <a:avLst>
              <a:gd name="adj" fmla="val 10811"/>
            </a:avLst>
          </a:prstGeom>
          <a:solidFill>
            <a:srgbClr val="EDF1EA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5669280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  </a:t>
            </a:r>
            <a:pPr indent="0" marL="0">
              <a:buNone/>
            </a:pPr>
            <a:r>
              <a:rPr lang="en-US" sz="1250" dirty="0">
                <a:solidFill>
                  <a:srgbClr val="4C56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2개 · 명령행 파서 · 자동 시작 분기 제거   →   UI 코드 84줄 감소, 과제가 요구한 IPC 기능은 그대로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결과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7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모두 1 부터 100 까지 0.1초 간격으로 송신하고 수신측이 같은 값을 출력한다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465576" cy="457200"/>
          </a:xfrm>
          <a:prstGeom prst="roundRect">
            <a:avLst>
              <a:gd name="adj" fmla="val 14000"/>
            </a:avLst>
          </a:prstGeom>
          <a:solidFill>
            <a:srgbClr val="D0877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15179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쓰레드 간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578608" y="151790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6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ToDo#1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3465576" cy="3072384"/>
          </a:xfrm>
          <a:prstGeom prst="roundRect">
            <a:avLst>
              <a:gd name="adj" fmla="val 2083"/>
            </a:avLst>
          </a:prstGeom>
          <a:solidFill>
            <a:srgbClr val="272C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103120"/>
            <a:ext cx="31363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[TH] start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[TH] tx 1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[TH] rx 1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[TH] tx 2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[TH] rx 2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[TH] tx 3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[TH] rx 3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[TH] tx 100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[TH] rx 100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A3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[TH] tx done (100)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A3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[TH] rx done (100)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06824" y="1517904"/>
            <a:ext cx="3465576" cy="457200"/>
          </a:xfrm>
          <a:prstGeom prst="roundRect">
            <a:avLst>
              <a:gd name="adj" fmla="val 14000"/>
            </a:avLst>
          </a:prstGeom>
          <a:solidFill>
            <a:srgbClr val="5E81A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5179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프로세스 간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318504" y="151790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6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ToDo#2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06824" y="1975104"/>
            <a:ext cx="3465576" cy="3072384"/>
          </a:xfrm>
          <a:prstGeom prst="roundRect">
            <a:avLst>
              <a:gd name="adj" fmla="val 2083"/>
            </a:avLst>
          </a:prstGeom>
          <a:solidFill>
            <a:srgbClr val="272C3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9704" y="2103120"/>
            <a:ext cx="31363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A3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[MQ] queue 'IpcDemoQ' open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[MQ] start (rx)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[MQ] rx 1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[MQ] rx 2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[MQ] rx 3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[MQ] rx 99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[MQ] rx 100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[MQ] stop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A3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[MQ] rx done (100)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517904"/>
            <a:ext cx="3465576" cy="457200"/>
          </a:xfrm>
          <a:prstGeom prst="roundRect">
            <a:avLst>
              <a:gd name="adj" fmla="val 14000"/>
            </a:avLst>
          </a:prstGeom>
          <a:solidFill>
            <a:srgbClr val="A3BE8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66176" y="15179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 / IP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0" y="151790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6E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ToDo#3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975104"/>
            <a:ext cx="3465576" cy="3072384"/>
          </a:xfrm>
          <a:prstGeom prst="roundRect">
            <a:avLst>
              <a:gd name="adj" fmla="val 2083"/>
            </a:avLst>
          </a:prstGeom>
          <a:solidFill>
            <a:srgbClr val="272C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0" y="2103120"/>
            <a:ext cx="31363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A3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[TCP] listen 0.0.0.0:51000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A3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[TCP] accept 127.0.0.1:60312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[TCP] rx 1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[TCP] rx 2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[TCP] rx 3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8FA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[TCP] rx 99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[TCP] rx 100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[TCP] peer closed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A3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[TCP] rx done (100)</a:t>
            </a: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5266944"/>
            <a:ext cx="11055096" cy="1024128"/>
          </a:xfrm>
          <a:prstGeom prst="roundRect">
            <a:avLst>
              <a:gd name="adj" fmla="val 7143"/>
            </a:avLst>
          </a:prstGeom>
          <a:solidFill>
            <a:srgbClr val="2E3440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8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87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 것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7058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3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100건이 순서대로 빠짐없이 도착한다    ② 수신측이 대기 중에도 [Stop] 에 바로 반응한다    ③ 두 프로세스의 기동 순서를 바꿔도 동작한다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3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737360"/>
            <a:ext cx="4754880" cy="4754880"/>
          </a:xfrm>
          <a:prstGeom prst="ellipse">
            <a:avLst/>
          </a:prstGeom>
          <a:solidFill>
            <a:srgbClr val="3B42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1755648"/>
            <a:ext cx="384048" cy="384048"/>
          </a:xfrm>
          <a:prstGeom prst="ellipse">
            <a:avLst/>
          </a:prstGeom>
          <a:solidFill>
            <a:srgbClr val="D0877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0078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뮤텍스와 세마포어는 짝이다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0312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상호배제는 뮤텍스, 개수를 세고 기다리는 것은 세마포어. 하나로 다른 하나를 흉내내면 바쁜 대기나 데드락이 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054096"/>
            <a:ext cx="384048" cy="384048"/>
          </a:xfrm>
          <a:prstGeom prst="ellipse">
            <a:avLst/>
          </a:prstGeom>
          <a:solidFill>
            <a:srgbClr val="5E81A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999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큐는 없으면 만들 수 있다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4015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공유메모리 링버퍼 + 네임드 뮤텍스 + 세마포어 2개면 msgsnd / msgrcv 와 같은 의미를 그대로 만들 수 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352544"/>
            <a:ext cx="384048" cy="384048"/>
          </a:xfrm>
          <a:prstGeom prst="ellipse">
            <a:avLst/>
          </a:prstGeom>
          <a:solidFill>
            <a:srgbClr val="A3BE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2976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포팅에서 위험한 것은 타입이 맞는 차이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700016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SO_RCVTIMEO 처럼 컴파일은 통과하는데 값의 의미가 달라지는 항목을 먼저 찾아야 한다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5742432"/>
            <a:ext cx="10424160" cy="0"/>
          </a:xfrm>
          <a:prstGeom prst="line">
            <a:avLst/>
          </a:prstGeom>
          <a:noFill/>
          <a:ln w="12700">
            <a:solidFill>
              <a:srgbClr val="4C56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8887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9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과제  ·  _Sync 계열 핸드셰이크는 원본 SocketUtility.c 의 UDP 사이드채널 절차와 다르므로 원본 규약에 맞춰 다시 구현해야 한다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2026-08-27T06:26:04Z</dcterms:created>
  <dcterms:modified xsi:type="dcterms:W3CDTF">2026-08-27T06:26:04Z</dcterms:modified>
</cp:coreProperties>
</file>