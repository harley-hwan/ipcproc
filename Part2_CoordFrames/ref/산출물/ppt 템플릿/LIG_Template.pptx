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표지: 'LIG' 워드마크 텍스트는 공식 로고 이미지로 교체하십시오.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아이콘 라이브러리 A (일반). 아이콘은 Lucide(ISC 라이선스) 라인 아이콘으로 대체되어 있으며, 사내 공식 아이콘으로 교체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아이콘 라이브러리 B (일반). Lucide 라인 아이콘 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픽토그램 라이브러리 A. 아이콘은 lig_icons.js의 원본 SVG로 생성되었으며 사내 공식 픽토그램으로 교체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픽토그램 라이브러리 B. 아이콘은 lig_icons.js의 원본 SVG로 생성되었으며 사내 공식 픽토그램으로 교체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_COVER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418320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931920" y="260604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입력하십시오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21792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 Defense&amp;Aerospace</a:t>
            </a:r>
            <a:endParaRPr lang="en-US" sz="1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부서명/담당자명 기입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_INDEX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23160" y="786384"/>
            <a:ext cx="8549640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365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</a:t>
            </a:r>
            <a:endParaRPr lang="en-US" sz="30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365760" y="2926080"/>
            <a:ext cx="3749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작성하실 제목을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입력하시기 바랍니다.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6400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 Defense&amp;Aerospace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_SECTION_DARK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828800" y="786384"/>
            <a:ext cx="9875520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89720" y="640080"/>
            <a:ext cx="2103120" cy="292608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 Defense&amp;Aerospace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868680" y="123444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write the main title here</a:t>
            </a:r>
            <a:endParaRPr lang="en-US" sz="28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subtitle here</a:t>
            </a:r>
            <a:endParaRPr lang="en-US" sz="16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86868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입력하십시오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_SECTION_LIGHT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828800" y="786384"/>
            <a:ext cx="9875520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89720" y="640080"/>
            <a:ext cx="2103120" cy="292608"/>
          </a:xfrm>
          <a:prstGeom prst="rect">
            <a:avLst/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 Defense&amp;Aerospace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868680" y="123444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write the main title here</a:t>
            </a:r>
            <a:endParaRPr lang="en-US" sz="28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subtitle here</a:t>
            </a:r>
            <a:endParaRPr lang="en-US" sz="16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86868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입력하십시오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C2C2C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_CONTENT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77295" cy="65836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0241280" y="4114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 Defense&amp;Aerospace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_ICON_LI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6495" cy="16916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0" y="0"/>
            <a:ext cx="487649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slideLayout" Target="../slideLayouts/slideLayout7.xml"/><Relationship Id="rId1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slideLayout" Target="../slideLayouts/slideLayout7.xml"/><Relationship Id="rId1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slideLayout" Target="../slideLayouts/slideLayout7.xml"/><Relationship Id="rId1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slideLayout" Target="../slideLayouts/slideLayout7.xml"/><Relationship Id="rId1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931920" y="2606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입력하십시오</a:t>
            </a:r>
            <a:endParaRPr lang="en-US" sz="4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부서명/담당자명 기입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365760" y="2926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작성하실 제목을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입력하시기 바랍니다.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74920" y="17830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17220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36676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74920" y="3154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3108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45262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4526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4480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68680" y="1234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write the main title here</a:t>
            </a:r>
            <a:endParaRPr lang="en-US" sz="28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subtitle here</a:t>
            </a:r>
            <a:endParaRPr lang="en-US" sz="16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86868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입력하십시오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68680" y="1234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write the main title here</a:t>
            </a:r>
            <a:endParaRPr lang="en-US" sz="28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subtitle here</a:t>
            </a:r>
            <a:endParaRPr lang="en-US" sz="16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86868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입력하십시오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C2C2C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메시지를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35608"/>
            <a:ext cx="45720" cy="3657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1417320"/>
            <a:ext cx="0" cy="457200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1417320"/>
            <a:ext cx="0" cy="457200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801368"/>
            <a:ext cx="4572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 메시지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965960"/>
            <a:ext cx="8138160" cy="0"/>
          </a:xfrm>
          <a:prstGeom prst="line">
            <a:avLst/>
          </a:prstGeom>
          <a:noFill/>
          <a:ln w="9525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514600"/>
            <a:ext cx="2535860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14600"/>
            <a:ext cx="2535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2535860" cy="1600200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27248"/>
            <a:ext cx="2261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31972" y="2514600"/>
            <a:ext cx="2535860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31972" y="2514600"/>
            <a:ext cx="2535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31972" y="3017520"/>
            <a:ext cx="2535860" cy="1600200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9132" y="3127248"/>
            <a:ext cx="2261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23864" y="2514600"/>
            <a:ext cx="2535860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23864" y="2514600"/>
            <a:ext cx="2535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23864" y="3017520"/>
            <a:ext cx="2535860" cy="1600200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1024" y="3127248"/>
            <a:ext cx="2261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15755" y="2514600"/>
            <a:ext cx="2535860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15755" y="2514600"/>
            <a:ext cx="2535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15755" y="3017520"/>
            <a:ext cx="2535860" cy="1600200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52915" y="3127248"/>
            <a:ext cx="2261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2103120" cy="12801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제안사항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87626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71800" y="146304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944368"/>
            <a:ext cx="2103120" cy="12801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944368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제안사항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34640" y="2944368"/>
            <a:ext cx="87626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2944368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425696"/>
            <a:ext cx="2103120" cy="12801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425696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제안사항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34640" y="4425696"/>
            <a:ext cx="87626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71800" y="4425696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2103120" cy="12801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제안사항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87626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71800" y="146304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77440" y="3182112"/>
            <a:ext cx="9235440" cy="0"/>
          </a:xfrm>
          <a:prstGeom prst="line">
            <a:avLst/>
          </a:prstGeom>
          <a:noFill/>
          <a:ln w="9525">
            <a:solidFill>
              <a:srgbClr val="2C2C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520440"/>
            <a:ext cx="3533546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57600"/>
            <a:ext cx="32592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9074" y="3520440"/>
            <a:ext cx="3533546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66234" y="3657600"/>
            <a:ext cx="32592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3789" y="3520440"/>
            <a:ext cx="3533546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00949" y="3657600"/>
            <a:ext cx="32592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1645920"/>
            <a:ext cx="9601200" cy="0"/>
          </a:xfrm>
          <a:prstGeom prst="line">
            <a:avLst/>
          </a:prstGeom>
          <a:noFill/>
          <a:ln w="9525">
            <a:solidFill>
              <a:srgbClr val="2C2C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0911535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06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541004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36776"/>
            <a:ext cx="201168" cy="20116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58191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87288" y="1417320"/>
            <a:ext cx="541004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70168" y="1636776"/>
            <a:ext cx="201168" cy="20116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90208" y="158191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70168" y="201168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메시지를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내용을 입력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중요한 메시지를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입력해 주시기 바랍니다.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74720"/>
            <a:ext cx="182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100" kern="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내용을 입력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17136" y="2093976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148840"/>
            <a:ext cx="0" cy="384048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12" name="Text 10"/>
          <p:cNvSpPr txBox="1"/>
          <p:nvPr/>
        </p:nvSpPr>
        <p:spPr>
          <a:xfrm>
            <a:off x="4645152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1900.00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6243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83096" y="2093976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148840"/>
            <a:ext cx="0" cy="384048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17" name="Text 15"/>
          <p:cNvSpPr txBox="1"/>
          <p:nvPr/>
        </p:nvSpPr>
        <p:spPr>
          <a:xfrm>
            <a:off x="6611112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1900.00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6243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1900.00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1729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31936" y="2093976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2148840"/>
            <a:ext cx="0" cy="384048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24" name="Text 22"/>
          <p:cNvSpPr txBox="1"/>
          <p:nvPr/>
        </p:nvSpPr>
        <p:spPr>
          <a:xfrm>
            <a:off x="8759952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1900.00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26243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759952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1900.00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1729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759952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1900.00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0" y="3721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8339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4876678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7315017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9753356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1376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0" y="513588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10" name="Text 8"/>
          <p:cNvSpPr txBox="1"/>
          <p:nvPr/>
        </p:nvSpPr>
        <p:spPr>
          <a:xfrm>
            <a:off x="182880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List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30" y="2255520"/>
            <a:ext cx="868680" cy="8686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621219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Copy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169" y="2255520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59558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TV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508" y="2255520"/>
            <a:ext cx="868680" cy="8686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97897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Image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847" y="2255520"/>
            <a:ext cx="868680" cy="8686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936236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Human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186" y="2255520"/>
            <a:ext cx="868680" cy="86868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2880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Laptop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30" y="3977640"/>
            <a:ext cx="868680" cy="8686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621219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Folder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3169" y="3977640"/>
            <a:ext cx="868680" cy="8686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059558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Creative</a:t>
            </a:r>
            <a:endParaRPr lang="en-US" sz="9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1508" y="3977640"/>
            <a:ext cx="868680" cy="8686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497897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Video</a:t>
            </a:r>
            <a:endParaRPr lang="en-US" sz="9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9847" y="3977640"/>
            <a:ext cx="868680" cy="86868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9936236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Set-up</a:t>
            </a:r>
            <a:endParaRPr lang="en-US" sz="9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8186" y="3977640"/>
            <a:ext cx="868680" cy="86868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82880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Mobile</a:t>
            </a:r>
            <a:endParaRPr lang="en-US" sz="9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830" y="5699760"/>
            <a:ext cx="868680" cy="86868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2621219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Pie chart</a:t>
            </a:r>
            <a:endParaRPr lang="en-US" sz="9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23169" y="5699760"/>
            <a:ext cx="868680" cy="86868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059558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</a:t>
            </a:r>
            <a:endParaRPr lang="en-US" sz="9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1508" y="5699760"/>
            <a:ext cx="868680" cy="86868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7497897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Wifi(router)</a:t>
            </a:r>
            <a:endParaRPr lang="en-US" sz="9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9847" y="5699760"/>
            <a:ext cx="868680" cy="86868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9936236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Chart</a:t>
            </a:r>
            <a:endParaRPr lang="en-US" sz="9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38186" y="56997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8339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4876678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7315017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9753356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1376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0" y="513588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10" name="Text 8"/>
          <p:cNvSpPr txBox="1"/>
          <p:nvPr/>
        </p:nvSpPr>
        <p:spPr>
          <a:xfrm>
            <a:off x="182880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Lock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30" y="2255520"/>
            <a:ext cx="868680" cy="8686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621219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Employee ID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169" y="2255520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59558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508" y="2255520"/>
            <a:ext cx="868680" cy="8686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97897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847" y="2255520"/>
            <a:ext cx="868680" cy="8686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936236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Government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Office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186" y="2255520"/>
            <a:ext cx="868680" cy="86868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2880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Alert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30" y="3977640"/>
            <a:ext cx="868680" cy="8686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621219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Money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3169" y="3977640"/>
            <a:ext cx="868680" cy="8686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059558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</a:t>
            </a:r>
            <a:endParaRPr lang="en-US" sz="9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1508" y="3977640"/>
            <a:ext cx="868680" cy="8686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497897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Trash</a:t>
            </a:r>
            <a:endParaRPr lang="en-US" sz="9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9847" y="3977640"/>
            <a:ext cx="868680" cy="86868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9936236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Mute</a:t>
            </a:r>
            <a:endParaRPr lang="en-US" sz="9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8186" y="3977640"/>
            <a:ext cx="868680" cy="86868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82880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Sound</a:t>
            </a:r>
            <a:endParaRPr lang="en-US" sz="9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830" y="5699760"/>
            <a:ext cx="868680" cy="86868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2621219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</a:t>
            </a:r>
            <a:endParaRPr lang="en-US" sz="9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23169" y="5699760"/>
            <a:ext cx="868680" cy="86868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059558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Certificate</a:t>
            </a:r>
            <a:endParaRPr lang="en-US" sz="9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1508" y="5699760"/>
            <a:ext cx="868680" cy="86868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7497897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Target</a:t>
            </a:r>
            <a:endParaRPr lang="en-US" sz="9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9847" y="5699760"/>
            <a:ext cx="868680" cy="86868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9936236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Projector</a:t>
            </a:r>
            <a:endParaRPr lang="en-US" sz="9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38186" y="56997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8339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4876678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7315017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9753356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1376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0" y="513588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10" name="Text 8"/>
          <p:cNvSpPr txBox="1"/>
          <p:nvPr/>
        </p:nvSpPr>
        <p:spPr>
          <a:xfrm>
            <a:off x="182880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천궁-II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390" y="2164080"/>
            <a:ext cx="1051560" cy="10515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621219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LSAM AAM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729" y="2164080"/>
            <a:ext cx="1051560" cy="10515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59558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LSAM ABM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068" y="2164080"/>
            <a:ext cx="1051560" cy="10515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97897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LAMD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407" y="2164080"/>
            <a:ext cx="1051560" cy="10515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936236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해궁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6746" y="2164080"/>
            <a:ext cx="1051560" cy="10515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2880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홍상어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90" y="3886200"/>
            <a:ext cx="1051560" cy="10515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621219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천궁 발사차량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1729" y="3886200"/>
            <a:ext cx="1051560" cy="105156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059558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천궁 MFR차량</a:t>
            </a:r>
            <a:endParaRPr lang="en-US" sz="9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0068" y="3886200"/>
            <a:ext cx="1051560" cy="105156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497897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지휘통제차량</a:t>
            </a:r>
            <a:endParaRPr lang="en-US" sz="9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8407" y="3886200"/>
            <a:ext cx="1051560" cy="105156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9936236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CIWS-II</a:t>
            </a:r>
            <a:endParaRPr lang="en-US" sz="9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6746" y="3886200"/>
            <a:ext cx="1051560" cy="105156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82880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KF21</a:t>
            </a:r>
            <a:endParaRPr lang="en-US" sz="9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390" y="5608320"/>
            <a:ext cx="1051560" cy="105156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2621219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KDDX</a:t>
            </a:r>
            <a:endParaRPr lang="en-US" sz="9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1729" y="5608320"/>
            <a:ext cx="1051560" cy="105156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059558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정찰용무인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수상정</a:t>
            </a:r>
            <a:endParaRPr lang="en-US" sz="9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70068" y="5608320"/>
            <a:ext cx="1051560" cy="105156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7497897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자폭용무인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수상정</a:t>
            </a:r>
            <a:endParaRPr lang="en-US" sz="9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8407" y="5608320"/>
            <a:ext cx="1051560" cy="105156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9936236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AUV</a:t>
            </a:r>
            <a:endParaRPr lang="en-US" sz="9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46746" y="560832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8339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4876678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7315017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9753356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1376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0" y="513588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10" name="Text 8"/>
          <p:cNvSpPr txBox="1"/>
          <p:nvPr/>
        </p:nvSpPr>
        <p:spPr>
          <a:xfrm>
            <a:off x="182880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국지방공레이더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390" y="2164080"/>
            <a:ext cx="1051560" cy="10515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621219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고스트로보틱스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비전60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729" y="2164080"/>
            <a:ext cx="1051560" cy="10515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59558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KPS위성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068" y="2164080"/>
            <a:ext cx="1051560" cy="10515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97897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SAR위성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407" y="2164080"/>
            <a:ext cx="1051560" cy="10515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936236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40kg 카고드론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6746" y="2164080"/>
            <a:ext cx="1051560" cy="10515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2880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다목적무인헬기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90" y="3886200"/>
            <a:ext cx="1051560" cy="10515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621219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레이저소화기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착용군인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1729" y="3886200"/>
            <a:ext cx="1051560" cy="105156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059558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헬멧착용 군인</a:t>
            </a:r>
            <a:endParaRPr lang="en-US" sz="9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0068" y="3886200"/>
            <a:ext cx="1051560" cy="105156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497897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중형무인기</a:t>
            </a:r>
            <a:endParaRPr lang="en-US" sz="9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8407" y="3886200"/>
            <a:ext cx="1051560" cy="105156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9936236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비궁</a:t>
            </a:r>
            <a:endParaRPr lang="en-US" sz="9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6746" y="3886200"/>
            <a:ext cx="1051560" cy="105156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82880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해룡</a:t>
            </a:r>
            <a:endParaRPr lang="en-US" sz="9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390" y="5608320"/>
            <a:ext cx="1051560" cy="105156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2621219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장보고 Batch-III</a:t>
            </a:r>
            <a:endParaRPr lang="en-US" sz="9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1729" y="5608320"/>
            <a:ext cx="1051560" cy="105156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059558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초소형 위성</a:t>
            </a:r>
            <a:endParaRPr lang="en-US" sz="9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70068" y="5608320"/>
            <a:ext cx="1051560" cy="105156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7497897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장거리공대지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유도탄</a:t>
            </a:r>
            <a:endParaRPr lang="en-US" sz="9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8407" y="5608320"/>
            <a:ext cx="1051560" cy="105156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9936236" y="6400800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in the Greater World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LIG Nex1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 Defense &amp; Aerospace – Presentation Template</dc:title>
  <dc:subject>PptxGenJS Presentation</dc:subject>
  <dc:creator>PptxGenJS</dc:creator>
  <cp:lastModifiedBy>PptxGenJS</cp:lastModifiedBy>
  <cp:revision>1</cp:revision>
  <dcterms:created xsi:type="dcterms:W3CDTF">2026-09-03T11:33:40Z</dcterms:created>
  <dcterms:modified xsi:type="dcterms:W3CDTF">2026-09-03T11:33:40Z</dcterms:modified>
</cp:coreProperties>
</file>