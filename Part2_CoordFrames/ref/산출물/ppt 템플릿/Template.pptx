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'LOGO' 자리표시 텍스트는 공식 로고 이미지로 교체하십시오.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 라이브러리 A (일반). 아이콘은 Lucide(ISC 라이선스) 라인 아이콘으로 대체되어 있으며, 사내 공식 아이콘으로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 라이브러리 B (일반). Lucide 라인 아이콘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픽토그램 라이브러리 A. 아이콘은 icons.js의 원본 SVG로 생성되었으며 사내 공식 픽토그램으로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픽토그램 라이브러리 B. 아이콘은 icons.js의 원본 SVG로 생성되었으며 사내 공식 픽토그램으로 교체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입력하십시오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179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부서명/담당자명 기입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3160" y="786384"/>
            <a:ext cx="854964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65760" y="2926080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작성하실 제목을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입력하시기 바랍니다.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LIGH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C2C2C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77295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0241280" y="411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_LI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입력하십시오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부서명/담당자명 기입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365760" y="2926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작성하실 제목을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입력하시기 바랍니다.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74920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3154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4526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4526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content you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C2C2C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메시지를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35608"/>
            <a:ext cx="45720" cy="3657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0" cy="457200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1417320"/>
            <a:ext cx="0" cy="457200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801368"/>
            <a:ext cx="457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 메시지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965960"/>
            <a:ext cx="813816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31972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1972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31972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9132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23864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3864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3864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15755" y="2514600"/>
            <a:ext cx="2535860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15755" y="2514600"/>
            <a:ext cx="253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15755" y="3017520"/>
            <a:ext cx="2535860" cy="160020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52915" y="3127248"/>
            <a:ext cx="2261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14630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944368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44368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2944368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944368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425696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425696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4640" y="4425696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4425696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87626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14630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3182112"/>
            <a:ext cx="923544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9074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6234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3789" y="3520440"/>
            <a:ext cx="353354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0949" y="3657600"/>
            <a:ext cx="3259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645920"/>
            <a:ext cx="9601200" cy="0"/>
          </a:xfrm>
          <a:prstGeom prst="line">
            <a:avLst/>
          </a:prstGeom>
          <a:noFill/>
          <a:ln w="9525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11535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4100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36776"/>
            <a:ext cx="201168" cy="20116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8191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7288" y="1417320"/>
            <a:ext cx="541004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0168" y="1636776"/>
            <a:ext cx="201168" cy="20116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0208" y="158191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0116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메시지를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입력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메시지를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입력해 주시기 바랍니다.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입력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1713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2" name="Text 10"/>
          <p:cNvSpPr txBox="1"/>
          <p:nvPr/>
        </p:nvSpPr>
        <p:spPr>
          <a:xfrm>
            <a:off x="464515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8309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7" name="Text 15"/>
          <p:cNvSpPr txBox="1"/>
          <p:nvPr/>
        </p:nvSpPr>
        <p:spPr>
          <a:xfrm>
            <a:off x="661111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172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31936" y="209397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2148840"/>
            <a:ext cx="0" cy="384048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24" name="Text 22"/>
          <p:cNvSpPr txBox="1"/>
          <p:nvPr/>
        </p:nvSpPr>
        <p:spPr>
          <a:xfrm>
            <a:off x="8759952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759952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172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2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1900.00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3721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30" y="2255520"/>
            <a:ext cx="868680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69" y="22555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TV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08" y="225552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847" y="2255520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186" y="225552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Laptop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30" y="3977640"/>
            <a:ext cx="868680" cy="8686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Folder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169" y="3977640"/>
            <a:ext cx="868680" cy="8686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Creative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508" y="3977640"/>
            <a:ext cx="868680" cy="8686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Video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847" y="3977640"/>
            <a:ext cx="868680" cy="8686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Set-up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8186" y="3977640"/>
            <a:ext cx="868680" cy="86868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30" y="5699760"/>
            <a:ext cx="868680" cy="86868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 chart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169" y="5699760"/>
            <a:ext cx="868680" cy="86868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508" y="5699760"/>
            <a:ext cx="868680" cy="86868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Wifi(router)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9847" y="5699760"/>
            <a:ext cx="868680" cy="86868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Chart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8186" y="56997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30" y="2255520"/>
            <a:ext cx="868680" cy="868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Employee ID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69" y="22555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08" y="225552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847" y="2255520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Office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186" y="225552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30" y="3977640"/>
            <a:ext cx="868680" cy="8686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169" y="3977640"/>
            <a:ext cx="868680" cy="8686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508" y="3977640"/>
            <a:ext cx="868680" cy="8686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Trash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847" y="3977640"/>
            <a:ext cx="868680" cy="8686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Mute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8186" y="3977640"/>
            <a:ext cx="868680" cy="86868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30" y="5699760"/>
            <a:ext cx="868680" cy="86868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169" y="5699760"/>
            <a:ext cx="868680" cy="86868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Certificate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508" y="5699760"/>
            <a:ext cx="868680" cy="86868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9847" y="5699760"/>
            <a:ext cx="868680" cy="86868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Projector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8186" y="56997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천궁-II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90" y="216408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LSAM AAM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29" y="2164080"/>
            <a:ext cx="1051560" cy="1051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LSAM ABM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2164080"/>
            <a:ext cx="1051560" cy="10515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LAMD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407" y="2164080"/>
            <a:ext cx="1051560" cy="1051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해궁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746" y="2164080"/>
            <a:ext cx="1051560" cy="10515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홍상어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3886200"/>
            <a:ext cx="1051560" cy="10515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 발사차량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729" y="3886200"/>
            <a:ext cx="1051560" cy="10515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 MFR차량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068" y="3886200"/>
            <a:ext cx="1051560" cy="10515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지휘통제차량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8407" y="3886200"/>
            <a:ext cx="1051560" cy="10515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CIWS-II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6746" y="3886200"/>
            <a:ext cx="1051560" cy="105156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KF21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390" y="5608320"/>
            <a:ext cx="1051560" cy="105156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KDDX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1729" y="5608320"/>
            <a:ext cx="1051560" cy="105156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정찰용무인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수상정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0068" y="5608320"/>
            <a:ext cx="1051560" cy="10515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자폭용무인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수상정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8407" y="5608320"/>
            <a:ext cx="1051560" cy="105156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AUV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6746" y="56083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39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4876678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315017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753356" y="1691640"/>
            <a:ext cx="0" cy="516636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1376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0" y="513588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182880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국지방공레이더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90" y="216408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21219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고스트로보틱스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비전60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29" y="2164080"/>
            <a:ext cx="1051560" cy="1051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59558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KPS위성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2164080"/>
            <a:ext cx="1051560" cy="10515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7897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SAR위성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407" y="2164080"/>
            <a:ext cx="1051560" cy="1051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236" y="182880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40kg 카고드론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746" y="2164080"/>
            <a:ext cx="1051560" cy="10515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다목적무인헬기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3886200"/>
            <a:ext cx="1051560" cy="10515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621219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레이저소화기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착용군인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729" y="3886200"/>
            <a:ext cx="1051560" cy="10515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59558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헬멧착용 군인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068" y="3886200"/>
            <a:ext cx="1051560" cy="10515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7897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중형무인기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8407" y="3886200"/>
            <a:ext cx="1051560" cy="10515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936236" y="355092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비궁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6746" y="3886200"/>
            <a:ext cx="1051560" cy="105156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82880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해룡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390" y="5608320"/>
            <a:ext cx="1051560" cy="105156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2621219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장보고 Batch-III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1729" y="5608320"/>
            <a:ext cx="1051560" cy="105156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59558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초소형 위성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0068" y="5608320"/>
            <a:ext cx="1051560" cy="10515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97897" y="527304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장거리공대지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유도탄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8407" y="5608320"/>
            <a:ext cx="1051560" cy="105156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936236" y="640080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Tagline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PptxGenJS</dc:creator>
  <cp:lastModifiedBy>PptxGenJS</cp:lastModifiedBy>
  <cp:revision>1</cp:revision>
  <dcterms:created xsi:type="dcterms:W3CDTF">2026-09-03T11:33:40Z</dcterms:created>
  <dcterms:modified xsi:type="dcterms:W3CDTF">2026-09-03T11:33:40Z</dcterms:modified>
</cp:coreProperties>
</file>